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№2  ·  23.10.2026  ·  Проект Aru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n-stilist.github.io/aru/app/" TargetMode="External"/><Relationship Id="rId4" Type="http://schemas.openxmlformats.org/officeDocument/2006/relationships/hyperlink" Target="https://mn-stilist.github.io/aru/landing/" TargetMode="External"/><Relationship Id="rId6" Type="http://schemas.openxmlformats.org/officeDocument/2006/relationships/hyperlink" Target="https://github.com/mn-stilist/aru" TargetMode="External"/><Relationship Id="rId8" Type="http://schemas.openxmlformats.org/officeDocument/2006/relationships/hyperlink" Target="https://github.com/mn-stilist/aru/releases/tag/v0.1" TargetMode="External"/><Relationship Id="rId10" Type="http://schemas.openxmlformats.org/officeDocument/2006/relationships/hyperlink" Target="https://supabase.com/dashboard/project/cgefoqmwqwcxtozcurqo" TargetMode="Externa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5.png"/><Relationship Id="rId11" Type="http://schemas.openxmlformats.org/officeDocument/2006/relationships/image" Target="../media/image-2-6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Подключение Supabase, GitHub и публикация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создавали аккаунты проекта, давали Claude доступ, выпустили версию v0.1 и открыли прототип и лендинг по настоящим ссылкам.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октября 2026  ·  17:40–19:15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33288" y="1789355"/>
            <a:ext cx="3072384" cy="1541929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7" name="Image 0" descr="/mnt/user-data/attachments/0f6f79f4-524c-52dc-a6cd-3191363a22d6/7cf1b064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816787"/>
            <a:ext cx="3017520" cy="1487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этапа: всё, что теперь есть у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24712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1615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972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приложения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0972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mn-stilist.github.io/aru/app/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6550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728216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1965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7007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на 3 языках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170078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mn-stilist.github.io/aru/landing/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2585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2331720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2316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3042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206240" y="23042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github.com/mn-stilist/aru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2862072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2935224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02666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077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v0.1 с архивом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206240" y="29077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github.com/mn-stilist/aru/releases/tag/v0.1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465576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" y="3538728"/>
            <a:ext cx="365760" cy="365760"/>
          </a:xfrm>
          <a:prstGeom prst="ellipse">
            <a:avLst/>
          </a:prstGeom>
          <a:solidFill>
            <a:srgbClr val="3E8A68"/>
          </a:solidFill>
          <a:ln w="12700">
            <a:solidFill>
              <a:srgbClr val="3E8A6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630168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5112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Supabase (Франкфурт)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206240" y="35112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cgefoqmwqwcxtozcurqo.supabase.co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406908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" y="4142232"/>
            <a:ext cx="365760" cy="3657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4233672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34440" y="41148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Коннектор Supabase в Claude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206240" y="41148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отключён из-за сбоя у Supabase — подключить заново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Supabase: организация aru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аккаунт mn-stilist, вход через GitHub. Организация — «папка» для проектов.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supabase.com → войти через GitHub (аккаунт mn-stilist)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aru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Personal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Free — $0/month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 «Create organization»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78808" y="1641605"/>
            <a:ext cx="4443984" cy="2706110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a965f869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69037"/>
            <a:ext cx="4389120" cy="26512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Supabase: проект aru во Франкфурте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 Asia-Pacific показывал сбой — выбрали Европу. Получился Central EU (Frankfurt).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 aru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907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907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6326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password: «Generate a password», сохранить у себя (Claude не присылать)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5552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55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22808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Europe (вышел Frankfurt, eu-central-1)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2034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203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69290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«Automatically expose new tables»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85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85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15772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Поставить «Enable automatic RLS»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499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499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3622548"/>
            <a:ext cx="301752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«Create new project» — статус Healthy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2062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 базы — только у вас. Адрес проекта можно хранить открыто.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92655" y="1252728"/>
            <a:ext cx="2216290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5" name="Image 0" descr="/mnt/user-data/attachments/0f6f79f4-524c-52dc-a6cd-3191363a22d6/c8e2e530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0087" y="1280160"/>
            <a:ext cx="2161426" cy="164134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705784" y="3040380"/>
            <a:ext cx="3390033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7" name="Image 1" descr="/mnt/user-data/attachments/0f6f79f4-524c-52dc-a6cd-3191363a22d6/c8b5d218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16" y="3067812"/>
            <a:ext cx="3335169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Supabase: старый аккаунт приглашён в aru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Claude видел и Тендер Радар, и Aru через одно подключение.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aru → Team → «Invite members»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Роль: Administrator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Почта: karminsoft@gmail.com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ошибке «JWT failed» — F5 или выйти и войти снова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почте karminsoft — «Join this organization»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видны обе организации: aru и MNSystems's Org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9277" y="1252728"/>
            <a:ext cx="3423047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3" name="Image 0" descr="/mnt/user-data/attachments/0f6f79f4-524c-52dc-a6cd-3191363a22d6/f3fb568c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709" y="1280160"/>
            <a:ext cx="3368183" cy="16413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178808" y="3370849"/>
            <a:ext cx="2194560" cy="103527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5" name="Image 1" descr="/mnt/user-data/attachments/0f6f79f4-524c-52dc-a6cd-3191363a22d6/a251009f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98281"/>
            <a:ext cx="2139696" cy="98041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428232" y="3312951"/>
            <a:ext cx="2194560" cy="1151070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7" name="Image 2" descr="/mnt/user-data/attachments/0f6f79f4-524c-52dc-a6cd-3191363a22d6/1fcf3d92-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340383"/>
            <a:ext cx="2139696" cy="10962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Коннектор Supabase — отложено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Старую связь отключили, а новая не подключилась: сайт Supabase выдавал ошибку из-за сбоя у них.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→ Настройки → Коннекторы → Supabase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56232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«Отключить» — сделано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14016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«Подключить» — ошибка Application error (сбой Supabase)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71800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ПОВТОРИТЬ позже: «Подключить», выбрать организацию aru (и MNSystems's Org, если можно)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29584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«Authorize» и сказать Claude «готово»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2062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коннектор не подключён, нет доступа и к Тендер Радару. Проекты от этого не пострадали.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78808" y="1888267"/>
            <a:ext cx="4443984" cy="221278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f8ada515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15699"/>
            <a:ext cx="4389120" cy="21579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GitHub: репозиторий aru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— чтобы бесплатно работали ссылки GitHub Pages.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Войти в GitHub под mn-stilist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«+» → «New repository»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name: aru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 «Add a README file»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«Create repository»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78808" y="1866500"/>
            <a:ext cx="4443984" cy="2256321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3" name="Image 0" descr="/mnt/user-data/attachments/0f6f79f4-524c-52dc-a6cd-3191363a22d6/e99047a8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93932"/>
            <a:ext cx="4389120" cy="22014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GitHub: MNSystems — соавтор репозитория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Claude с GitHub идёт через аккаунт MNSystems — ему дали право записи в aru.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→ Settings → Collaborators → «Add people»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83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56232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MNSystems → «Add to repository»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14016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инкогнито (Ctrl+Shift+N) → войти как MNSystems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71800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github.com/mn-stilist/aru/invitations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29584"/>
            <a:ext cx="3017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«Accept invitation» — «You now have push access»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2062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аккаунта в одном браузере путаются — второй открываем в инкогнито.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0239" y="1252728"/>
            <a:ext cx="3061122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55b53fb6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7671" y="1280160"/>
            <a:ext cx="3006258" cy="16413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78808" y="3300625"/>
            <a:ext cx="2194560" cy="1175721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4" name="Image 1" descr="/mnt/user-data/attachments/0f6f79f4-524c-52dc-a6cd-3191363a22d6/60a113b7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28057"/>
            <a:ext cx="2139696" cy="1120857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428232" y="3292445"/>
            <a:ext cx="2194560" cy="1192083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6" name="Image 2" descr="/mnt/user-data/attachments/0f6f79f4-524c-52dc-a6cd-3191363a22d6/78783844-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319877"/>
            <a:ext cx="2139696" cy="11372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GitHub: приложение Claude установлено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него GitHub не принимал записи от Claude в aru.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github.com/apps/claude/installations/select_target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аккаунт mn-stilist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repositories (аккаунт только под Aru)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«Install &amp; Authorize»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claude.ai → Коннекторы → GitHub: «Аккаунт подключён», mn-stilist «Установлено»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30187" y="1252728"/>
            <a:ext cx="3141227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df15f8a1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19" y="1280160"/>
            <a:ext cx="3086363" cy="16413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833997" y="3040380"/>
            <a:ext cx="3133606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1" descr="/mnt/user-data/attachments/0f6f79f4-524c-52dc-a6cd-3191363a22d6/e31fd5c5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429" y="3067812"/>
            <a:ext cx="3078742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Claude загрузил проект в репозиторий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Одним сохранением (коммитом) «v0.1: старт проекта». Структура папок — как в архиве.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3716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приложения (index.html)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019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landing/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0195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на 3 языках (index.html)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4323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demo/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43230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 и Елена: фото, исходники, рисунки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9626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962656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описания, презентации, карточка Gumroad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930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protocols/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49300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этапов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023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402336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проекте, правило архивов, история версий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Release v0.1 — первая точка возврата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версий и релизы делаем вручную: сессия Claude их создавать не может.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→ Releases → «Create a new release»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v0.1 → «Create»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v0.1 — старт проекта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Описание: что вошло в версию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Перетащить архив, имя — латиницей: Aru_archive_v0.1_2026-10-23.zip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«Publish release» — метка Latest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9880" y="1252728"/>
            <a:ext cx="3461840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3" name="Image 0" descr="/mnt/user-data/attachments/0f6f79f4-524c-52dc-a6cd-3191363a22d6/a8130a0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7312" y="1280160"/>
            <a:ext cx="3406976" cy="16413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178808" y="3305964"/>
            <a:ext cx="2194560" cy="1165045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5" name="Image 1" descr="/mnt/user-data/attachments/0f6f79f4-524c-52dc-a6cd-3191363a22d6/ed524a80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33396"/>
            <a:ext cx="2139696" cy="1110181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428232" y="3299033"/>
            <a:ext cx="2194560" cy="117890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7" name="Image 2" descr="/mnt/user-data/attachments/0f6f79f4-524c-52dc-a6cd-3191363a22d6/dbc22332-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326465"/>
            <a:ext cx="2139696" cy="11240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GitHub Pages — настоящие ссылки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собирается из ветки main, публикация 1–5 минут.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→ Settings → Pages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Deploy from a branch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main, папка / (root)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«Save» — «GitHub Pages source saved»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Проверено: открываются /aru/app/ и /aru/landing/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589" y="1252728"/>
            <a:ext cx="3292423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aa874a94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021" y="1280160"/>
            <a:ext cx="3237559" cy="16413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178808" y="3349567"/>
            <a:ext cx="2194560" cy="107783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1" descr="/mnt/user-data/attachments/0f6f79f4-524c-52dc-a6cd-3191363a22d6/6b1a54fe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76999"/>
            <a:ext cx="2139696" cy="1022973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428232" y="3333822"/>
            <a:ext cx="2194560" cy="1109329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4" name="Image 2" descr="/mnt/user-data/attachments/0f6f79f4-524c-52dc-a6cd-3191363a22d6/7cf1b064-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361254"/>
            <a:ext cx="2139696" cy="10544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Уроки этапа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16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файлов — латиницей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заменяет русские буквы точками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17720" y="1097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82312" y="1316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261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аккаунт — в инкогнито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входа в одном браузере ломают друг друга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240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2459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87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404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у сервиса — ждём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весь вечер чинил проблему; данные целы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17720" y="2240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82312" y="2459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58775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404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Claude не нужны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приглашения, соавторство и коннекторы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3383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13232" y="3602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3075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547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Релизы — руками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готовит архив, вы публикуете Release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617720" y="338328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82312" y="3602736"/>
            <a:ext cx="512064" cy="51206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3075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35478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копии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Release, папка «Aru» на компьютере, протокол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Следующие шаги — по одному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Распаковать архив v0.1 в папку «Aru» на компьютере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28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Supabase починят: Коннекторы → Supabase → «Подключить» → организация aru → «Authorize»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14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«примерку»: одно задание и фото Айгерим в Gemini и в ChatGPT — где лицо узнаваемее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нейросеть для примерки и подключить её ключ на сервере Supabase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86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Перестроить прототип вокруг «превращения» на реальных фото, Айгерим — «Тёмная осень»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№2 — Подключение Supabase, GitHub и публикация</dc:title>
  <dc:subject>PptxGenJS Presentation</dc:subject>
  <dc:creator>Проект Aru</dc:creator>
  <cp:lastModifiedBy>Проект Aru</cp:lastModifiedBy>
  <cp:revision>1</cp:revision>
  <dcterms:created xsi:type="dcterms:W3CDTF">2026-10-23T14:15:19Z</dcterms:created>
  <dcterms:modified xsi:type="dcterms:W3CDTF">2026-10-23T14:15:19Z</dcterms:modified>
</cp:coreProperties>
</file>