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№3  ·  23.10.2026  ·  Проект Aru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hyperlink" Target="https://mn-stilist.github.io/aru/landing/" TargetMode="External"/><Relationship Id="rId6" Type="http://schemas.openxmlformats.org/officeDocument/2006/relationships/hyperlink" Target="https://github.com/mn-stilist/aru/tree/main/demo/tryon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image" Target="../media/image-2-4.png"/><Relationship Id="rId7" Type="http://schemas.openxmlformats.org/officeDocument/2006/relationships/image" Target="../media/image-2-5.png"/><Relationship Id="rId8" Type="http://schemas.openxmlformats.org/officeDocument/2006/relationships/image" Target="../media/image-2-6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mn-stilist.github.io/aru/landing/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Примерка образов и порядок в папках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Выбрали нейросеть, одели Айгерим и Елену в шесть образов, показали «превращение» на лендинге и навели порядок в папках на компьютере.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октября 2026  ·  19:15–22:30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50408" y="1466088"/>
            <a:ext cx="3255264" cy="218846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7" name="Image 0" descr="/tmp/claude-0/-home-claude/0f6f79f4-524c-52dc-a6cd-3191363a22d6/scratchpad/p3/e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493520"/>
            <a:ext cx="32004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этапа: что теперь есть у проекта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24712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16152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0972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для примерки выбрана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0972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— сохраняет лицо и три ракурса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6550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728216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1965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70078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настоящих образов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170078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 и Елена: работа, праздник, выходной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2585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2331720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2316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30428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Лендинг: «Как было / Как стало»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230428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mn-stilist.github.io/aru/landing/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2862072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2935224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026664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29077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примерки сохранены в GitHub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0" y="29077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github.com/mn-stilist/aru → demo/tryon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3465576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85800" y="3538728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630168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351129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Папки на компьютере в порядке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35112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папок и 3 правила — слайды 7 и 8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406908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5800" y="4142232"/>
            <a:ext cx="365760" cy="3657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233672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234440" y="41148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и лимиты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0" y="41148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решаем при тестировании — слайд 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Gemini или ChatGPT: кто лучше одевает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 то же задание, одно и то же фото Айгерим — офисный образ.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252728"/>
            <a:ext cx="4169664" cy="279806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tmp/claude-0/-home-claude/0f6f79f4-524c-52dc-a6cd-3191363a22d6/scratchpad/p3/ag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1148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64608" y="1252728"/>
            <a:ext cx="1883664" cy="279806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7" name="Image 1" descr="/tmp/claude-0/-home-claude/0f6f79f4-524c-52dc-a6cd-3191363a22d6/scratchpad/p3/agp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1828800" cy="274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11480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41148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✓  </a:t>
            </a:r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 её, три ракурса сохранены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892040" y="411480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983480" y="41148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</a:t>
            </a:r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 другое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949440" y="1280160"/>
            <a:ext cx="1645920" cy="3401568"/>
          </a:xfrm>
          <a:prstGeom prst="roundRect">
            <a:avLst>
              <a:gd name="adj" fmla="val 555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086600" y="1417320"/>
            <a:ext cx="1417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Image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$0,04 за картинку.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Клиентка должна узнать себя — это важнее красоты ткани.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Как делать примерку: формула задания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и сейчас вручную, и потом в приложении — сервер будет отправлять то же задание.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новый чат: gemini.google.com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470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 ИСХОДНОЕ фото клиентки (не прошлую примерку)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3957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Вставить задание по формуле справа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4436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вещь описать полностью: цвет + фасон + ткань + детали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4930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понравилось — уточнить одну деталь и повторить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04164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Скачать в 00_Входящие, затем переименовать и положить в «Примерки»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1280160"/>
            <a:ext cx="4297680" cy="2331720"/>
          </a:xfrm>
          <a:prstGeom prst="roundRect">
            <a:avLst>
              <a:gd name="adj" fmla="val 3922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141732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Одень эту женщину: </a:t>
            </a:r>
            <a:pPr indent="0" marL="0">
              <a:buNone/>
            </a:pPr>
            <a:r>
              <a:rPr lang="en-US" sz="1350" dirty="0">
                <a:solidFill>
                  <a:srgbClr val="2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[вещь — цвет, фасон, ткань, детали], [вещь …], [обувь], [сумка], [украшения]. </a:t>
            </a:r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Волосы — </a:t>
            </a:r>
            <a:pPr indent="0" marL="0">
              <a:buNone/>
            </a:pPr>
            <a:r>
              <a:rPr lang="en-US" sz="1350" dirty="0">
                <a:solidFill>
                  <a:srgbClr val="2B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[причёска]. </a:t>
            </a:r>
            <a:pPr indent="0" marL="0">
              <a:buNone/>
            </a:pPr>
            <a:r>
              <a:rPr lang="en-US" sz="1350" b="1" dirty="0">
                <a:solidFill>
                  <a:srgbClr val="C2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Лицо, фигуру, фон и три ракурса оставь прежними.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3794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(Елена, праздник): </a:t>
            </a:r>
            <a:pPr indent="0" marL="0">
              <a:buNone/>
            </a:pPr>
            <a:r>
              <a:rPr lang="en-US" sz="10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платье миди приглушённого ягодно-розового цвета (мальва) с запахом, рукав три четверти, серебряные серьги-капли, серо-розовые лодочки, клатч цвета серого жемчуга. Волосы — мягкие волны.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Айгерим — «Тёмная осень»: три образа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Глубокие тёплые цвета: шоколад, горчица, олива, марсала, терракота, хвоя. Металл — золото.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44168"/>
            <a:ext cx="2276856" cy="153619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6" name="Image 0" descr="/tmp/claude-0/-home-claude/0f6f79f4-524c-52dc-a6cd-3191363a22d6/scratchpad/p3/a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2221992" cy="1481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971800" y="141732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Серый трикотаж, тёмные брюки — лицо выглядит тусклее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27448" y="1344168"/>
            <a:ext cx="2276856" cy="153619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0" name="Image 1" descr="/tmp/claude-0/-home-claude/0f6f79f4-524c-52dc-a6cd-3191363a22d6/scratchpad/p3/a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2221992" cy="1481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141732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Жакет шоколад, шёлковая блуза горчица, брюки олива, бежевые лодочки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063240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2648" y="3127248"/>
            <a:ext cx="2276856" cy="153619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4" name="Image 2" descr="/tmp/claude-0/-home-claude/0f6f79f4-524c-52dc-a6cd-3191363a22d6/scratchpad/p3/a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2221992" cy="14813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71800" y="32004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Праздник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Платье миди марсала, золотые украшения и туфли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663440" y="3063240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27448" y="3127248"/>
            <a:ext cx="2276856" cy="153619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8" name="Image 3" descr="/tmp/claude-0/-home-claude/0f6f79f4-524c-52dc-a6cd-3191363a22d6/scratchpad/p3/aw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154680"/>
            <a:ext cx="2221992" cy="14813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86600" y="32004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Свитер терракота, шарф цвета хвои, тёмный деним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Елена — «Мягкое лето»: три образа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Приглушённые прохладные цвета: графит, пыльная роза, мальва, лаванда, серо-голубой. Металл — серебро.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344168"/>
            <a:ext cx="2276856" cy="153619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6" name="Image 0" descr="/tmp/claude-0/-home-claude/0f6f79f4-524c-52dc-a6cd-3191363a22d6/scratchpad/p3/e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2221992" cy="1481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971800" y="141732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Серый джемпер, тёмно-синие брюки — образ «гаснет»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27448" y="1344168"/>
            <a:ext cx="2276856" cy="153619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0" name="Image 1" descr="/tmp/claude-0/-home-claude/0f6f79f4-524c-52dc-a6cd-3191363a22d6/scratchpad/p3/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2221992" cy="1481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141732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Жакет графит, блуза пыльная роза, серо-голубые брюки, лоферы тауп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063240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2648" y="3127248"/>
            <a:ext cx="2276856" cy="153619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4" name="Image 2" descr="/tmp/claude-0/-home-claude/0f6f79f4-524c-52dc-a6cd-3191363a22d6/scratchpad/p3/e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2221992" cy="14813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71800" y="32004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Праздник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Платье с запахом цвета мальвы, серебро, клатч серый жемчуг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663440" y="3063240"/>
            <a:ext cx="3931920" cy="1664208"/>
          </a:xfrm>
          <a:prstGeom prst="roundRect">
            <a:avLst>
              <a:gd name="adj" fmla="val 549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27448" y="3127248"/>
            <a:ext cx="2276856" cy="153619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8" name="Image 3" descr="/tmp/claude-0/-home-claude/0f6f79f4-524c-52dc-a6cd-3191363a22d6/scratchpad/p3/ew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154680"/>
            <a:ext cx="2221992" cy="14813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86600" y="32004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Лавандовый джемпер, тренч, светлые джинсы, белые кеды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Лендинг: «Как было / Как стало»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«Посмотрите, как это работает»: клиентка → образ → переключатель.  </a:t>
            </a:r>
            <a:pPr indent="0" marL="0">
              <a:buNone/>
            </a:pPr>
            <a:r>
              <a:rPr lang="en-US" sz="1250" u="sng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лендинг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9557" y="1252728"/>
            <a:ext cx="3604326" cy="345643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tmp/claude-0/-home-claude/0f6f79f4-524c-52dc-a6cd-3191363a22d6/scratchpad/p3/el_bef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89" y="1280160"/>
            <a:ext cx="3549462" cy="34015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32877" y="1252728"/>
            <a:ext cx="3604326" cy="345643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7" name="Image 1" descr="/tmp/claude-0/-home-claude/0f6f79f4-524c-52dc-a6cd-3191363a22d6/scratchpad/p3/el_af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309" y="1280160"/>
            <a:ext cx="3549462" cy="34015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023360" y="2788920"/>
            <a:ext cx="457200" cy="384048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955280" y="1280160"/>
            <a:ext cx="685800" cy="3401568"/>
          </a:xfrm>
          <a:prstGeom prst="roundRect">
            <a:avLst>
              <a:gd name="adj" fmla="val 1333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73568" y="1371600"/>
            <a:ext cx="640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 продукта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Если на сайте старая версия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было сегодня: у Елены вместо фото показывались рисунки. Файл на GitHub был новый, браузер — старый.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76656"/>
          </a:xfrm>
          <a:prstGeom prst="roundRect">
            <a:avLst>
              <a:gd name="adj" fmla="val 13514"/>
            </a:avLst>
          </a:prstGeom>
          <a:solidFill>
            <a:srgbClr val="F7E6EC"/>
          </a:solidFill>
          <a:ln w="12700">
            <a:solidFill>
              <a:srgbClr val="EED9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27048"/>
            <a:ext cx="365760" cy="3657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37160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Подождать 1–5 минут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37160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обновляет сайт не мгновенно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76272"/>
            <a:ext cx="804672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ED9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31720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7627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F5 на странице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176272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перезагрузка без памяти браузера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8046720" cy="676656"/>
          </a:xfrm>
          <a:prstGeom prst="roundRect">
            <a:avLst>
              <a:gd name="adj" fmla="val 13514"/>
            </a:avLst>
          </a:prstGeom>
          <a:solidFill>
            <a:srgbClr val="F7E6EC"/>
          </a:solidFill>
          <a:ln w="12700">
            <a:solidFill>
              <a:srgbClr val="EED9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136392"/>
            <a:ext cx="365760" cy="3657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98094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телефоне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980944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закрыть вкладку и открыть лендинг заново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804672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ED9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941064"/>
            <a:ext cx="365760" cy="36576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78561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помогло — инкогнито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3785616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Shift + N, вставить mn-stilist.github.io/aru/landing/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Карта папок на компьютере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M:\ __ 0000 __ ARU ЛИЧНЫЙ СТИЛИСТ — одна папка проекта, внутри строго эти папки.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53312"/>
            <a:ext cx="237744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280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00_Входящие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154680" y="12801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новое из чата и Gemini — сюда; разбираем в конце этапа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709928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237744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709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01_Протоколы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154680" y="170992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01, 02, 03… — PowerPoint и PDF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139696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12848"/>
            <a:ext cx="237744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1396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02_Архивы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154680" y="213969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Aru_архив_v0.1_2026-10-23.zip, v0.2…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2569464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42616"/>
            <a:ext cx="237744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569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03_Документы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154680" y="256946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действующие описания и презентации (только последние версии)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2999232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72384"/>
            <a:ext cx="237744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2999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04_Демо-клиентки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3154680" y="299923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Айгерим: анкета, Исходник, Примерки  ·  Елена: Исходник, Примерки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8640" y="3429000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02152"/>
            <a:ext cx="237744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5156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05_Gumroad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3154680" y="34290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товара, обложки, инструкция покупателю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3858768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31920"/>
            <a:ext cx="237744" cy="21945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51560" y="3858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99_Старое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3154680" y="38587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устаревшие версии, которые жалко удалять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548640" y="4288536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9B3BE"/>
            </a:solidFill>
            <a:prstDash val="dash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361688"/>
            <a:ext cx="237744" cy="21945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051560" y="42885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06_Продвижение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3154680" y="428853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позже, по согласованию: сценарии и ролики HeyGen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Три правила порядка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спешим, файлы разлетаются «куда попало». Эти правила это останавливают.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17904" y="1463040"/>
            <a:ext cx="640080" cy="64008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16276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1284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новое — в 00_Входящие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8892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Скачали из чата, Gemini, почты — сначала сюда. Не думаем, куда класть, пока работаем.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73552" y="1325880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42816" y="146304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62763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10712" y="221284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в конце этапа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10712" y="278892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Раскладываем Входящие по папкам. В протоколе — слайд «Карта папок».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98464" y="1325880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67728" y="1463040"/>
            <a:ext cx="640080" cy="64008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2763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35624" y="221284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папка — только вместе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135624" y="278892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Договорились → папка появляется на карте в протоколе и в README на GitHub.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8046720" cy="896112"/>
          </a:xfrm>
          <a:prstGeom prst="roundRect">
            <a:avLst>
              <a:gd name="adj" fmla="val 10204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1520" y="3840480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файлов:  </a:t>
            </a:r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Клиентка_Образ (Айгерим_Работа, Елена_Праздник)  ·  протоколы NN_ГГГГ-ММ-ДД_Тема  ·  архивы Aru_архив_vX.X_дата.  Без «(1)» в конце и без знаков «;».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Подписка и лимиты — при тестировании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примерка стоит денег. Одна клиентка не должна «съесть» весь бюджет. Карточку Gumroad и лендинг пока не правим.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453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733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53896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на 30 дней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Тендер Радаре: продлила — работает, нет — ключ отключается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17720" y="13258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2312" y="1545336"/>
            <a:ext cx="512064" cy="51206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67335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453896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Квота примерок в месяц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 30, счётчик в профиле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2441448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2660904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78892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256946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Пакеты докупки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кончилась квота — можно докупить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617720" y="2441448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82312" y="2660904"/>
            <a:ext cx="512064" cy="51206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78892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0680" y="256946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чаще N в час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 10 — защита от «спама»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3557016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3232" y="3776472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904488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71600" y="368503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через сервер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Gemini только на сервере Supabase, не в браузере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4617720" y="3557016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782312" y="3776472"/>
            <a:ext cx="512064" cy="51206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904488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40680" y="368503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расходов в Google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потолок в месяц — выше не спишут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Уроки этапа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316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43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образ — с исходника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чат и исходное фото, иначе вещи «наслаиваются»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617720" y="1097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82312" y="1316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40680" y="1243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 важнее ткани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держит лицо, поэтому выбрали его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240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13232" y="2459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877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386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Вещь описывать целиком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+ фасон + ткань + детали — меньше переделок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617720" y="2240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82312" y="2459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58775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0680" y="2386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старый — Ctrl + F5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сегодня на фото Елены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48640" y="3383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13232" y="3602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73075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3529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Спешка → 00_Входящие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думать, куда класть, пока работаем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4617720" y="3383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82312" y="3602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730752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40680" y="35295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Чистые имена файлов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«(1)» и «;», по шаблону Клиентка_Образ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Следующие шаги — по одному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№3 → 01_Протоколы, архив v0.2 → 02_Архивы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28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v0.2 на GitHub (Claude даёт шаги, публикуете вы)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14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Перестроить прототип вокруг «превращения» на реальных фото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коннектор Supabase, когда сайт Supabase заработает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86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Ключи, подписка и лимиты на сервере — после тестов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u">
  <a:themeElements>
    <a:clrScheme name="Aru">
      <a:dk1>
        <a:srgbClr val="2B1A22"/>
      </a:dk1>
      <a:lt1>
        <a:srgbClr val="FFFFFF"/>
      </a:lt1>
      <a:dk2>
        <a:srgbClr val="6D2E46"/>
      </a:dk2>
      <a:lt2>
        <a:srgbClr val="F7E6EC"/>
      </a:lt2>
      <a:accent1>
        <a:srgbClr val="C2456E"/>
      </a:accent1>
      <a:accent2>
        <a:srgbClr val="6D2E46"/>
      </a:accent2>
      <a:accent3>
        <a:srgbClr val="D9A441"/>
      </a:accent3>
      <a:accent4>
        <a:srgbClr val="A26769"/>
      </a:accent4>
      <a:accent5>
        <a:srgbClr val="8E6C88"/>
      </a:accent5>
      <a:accent6>
        <a:srgbClr val="3E8A68"/>
      </a:accent6>
      <a:hlink>
        <a:srgbClr val="C2456E"/>
      </a:hlink>
      <a:folHlink>
        <a:srgbClr val="6D2E46"/>
      </a:folHlink>
    </a:clrScheme>
    <a:fontScheme name="Ar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Протокол №3 — Примерка образов и порядок в папках</dc:title>
  <dc:subject>PptxGenJS Presentation</dc:subject>
  <dc:creator>Проект Aru</dc:creator>
  <cp:lastModifiedBy>Проект Aru</cp:lastModifiedBy>
  <cp:revision>1</cp:revision>
  <dcterms:created xsi:type="dcterms:W3CDTF">2026-10-23T17:25:59Z</dcterms:created>
  <dcterms:modified xsi:type="dcterms:W3CDTF">2026-10-23T17:25:59Z</dcterms:modified>
</cp:coreProperties>
</file>