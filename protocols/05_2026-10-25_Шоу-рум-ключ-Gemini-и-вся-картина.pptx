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300" dirty="0"/>
          </a:p>
        </p:txBody>
      </p:sp>
      <p:sp>
        <p:nvSpPr>
          <p:cNvPr id="3" name="Text 0"/>
          <p:cNvSpPr/>
          <p:nvPr/>
        </p:nvSpPr>
        <p:spPr>
          <a:xfrm>
            <a:off x="548640" y="4800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№5  ·  24–25.10.2026  ·  Проект Aru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image" Target="../media/image-8-5.jpg"/><Relationship Id="rId6" Type="http://schemas.openxmlformats.org/officeDocument/2006/relationships/image" Target="../media/image-8-6.jpg"/><Relationship Id="rId7" Type="http://schemas.openxmlformats.org/officeDocument/2006/relationships/image" Target="../media/image-8-7.jpg"/><Relationship Id="rId8" Type="http://schemas.openxmlformats.org/officeDocument/2006/relationships/image" Target="../media/image-8-8.jp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 №5  ·  учебник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822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Шоу-рум, YouTube, ключ Gemini — и вся картина Aru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ключи, сервер и секреты простыми словами. Как клиентка проходит путь от ролика до своего образа. Что уже работает, что зависит от $30 и что делаем дальше.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9A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октября 2026, 19:50 — 25 октября, 00:10</a:t>
            </a:r>
            <a:endParaRPr lang="en-US" sz="1250" dirty="0"/>
          </a:p>
        </p:txBody>
      </p:sp>
      <p:pic>
        <p:nvPicPr>
          <p:cNvPr id="6" name="Image 0" descr="/home/claude/aru-repo/showroom/img/bibigul-nat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62545"/>
            <a:ext cx="3291840" cy="17955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 этапа: что появилось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9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578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124712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Шоу-рум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mn-stilist.github.io/aru/showroom/ — Бибигуль апа (7 образов), Елена, Айгерим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39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578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124712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YouTube и первый ролик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Ролик в шоу-руме: кнопка «▶ Смотреть видео»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075688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26314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38201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148840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на обложку с любого экрана, кнопка «Шоу-рум» до входа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075688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26314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38201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148840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Gemini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в Google AI Studio, лежит в секретах сервера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099816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2872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4061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172968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настоящий разбор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сам определил цветотип Бибигуль апа по фото — бесплатно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099816"/>
            <a:ext cx="3886200" cy="868680"/>
          </a:xfrm>
          <a:prstGeom prst="roundRect">
            <a:avLst>
              <a:gd name="adj" fmla="val 10526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2872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40614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172968"/>
            <a:ext cx="30449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v0.3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на GitHub и в 02_Архивы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Вся картина: путь клиентки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Воронка: внимание → интерес → желание → покупка → результат. ✅ работает · ⚠️ частично · 🔲 будет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Ролик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YouTube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38528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21992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Лендинг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это, цена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9624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Шоу-рум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превращения 28–67 лет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93792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7256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Gumroad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$29/мес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21424" y="171907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9168" y="132588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04888" y="13258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Ключ в письме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ссылка на Aru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 · пришла и купила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Аккаунт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+ пароль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938528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6272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21992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Фото и анкета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лицо + рост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03904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9624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Разбор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цветотип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93792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31536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77256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$30 Примерки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работа, той, лето…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821424" y="3136392"/>
            <a:ext cx="219456" cy="219456"/>
          </a:xfrm>
          <a:prstGeom prst="rightArrow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59168" y="27432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04888" y="27432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PDF и видео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ролик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24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 · Aru работает сама, без Мурата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11480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41148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идея: мощно внутри, просто снаружи. Клиентка нажимает 3–4 кнопки — всё остальное делают сервер и Gemini.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Словарь простыми словами (1 из 2)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48156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6702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078992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Рекламная страница: рассказывает и продаёт. Кнопка «Купить» ведёт в Gumroad.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48156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670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078992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(прототип)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Aru: им пользуется клиентка. mn-stilist.github.io/aru/app/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139696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382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5008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212848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Шоу-рум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превращений героинь. Открыт всем, без покупки.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139696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382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008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212848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Американский магазин: принимает оплату картой, присылает ключ, ведёт подписку.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273552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5158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6347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346704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доступа (лицензия)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Уникальный номер покупки из письма Gumroad. Вводится один раз.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273552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5158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63474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346704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Почта + пароль клиентки в Aru. Дальше она входит только по ним.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Словарь простыми словами (2 из 2)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48156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6702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078992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(Supabase)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«Мозг за кулисами»: проверяет ключи, хранит клиенток, считает примерки, говорит с Gemini.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05840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48156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670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078992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Секрет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Ключ, спрятанный на сервере. Его не видно ни в браузере, ни на GitHub.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139696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382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50088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212848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Gemini (API key)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Пропуск для сервера к нейросети Google. По нему Google считает, кому выставить счёт.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139696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38201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008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212848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тариф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фото и тексты — да. Картинки (примерки) — нет. Данные может использовать Google.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273552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5158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6347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346704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Платный тариф (предоплата)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Кладём $30 — тратится по мере работы. Больше положенного не спишут. Данные не используются.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273552"/>
            <a:ext cx="3886200" cy="978408"/>
          </a:xfrm>
          <a:prstGeom prst="roundRect">
            <a:avLst>
              <a:gd name="adj" fmla="val 9346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5158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63474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346704"/>
            <a:ext cx="304495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(релиз)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«Точка сохранения» на GitHub: архив этапа в облаке рядом с проектом.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с кем «разговаривает»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клиентки показывает страницы; всё секретное и денежное происходит на сервере.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2057400"/>
            <a:ext cx="16093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Телефон клиентки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лендинг, шоу-рум, приложение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47288" y="132588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5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страницы и фото (бесплатно)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37560" y="251460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251460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aru-api (Supabase)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клиентки, лимиты, секреты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37560" y="3931920"/>
            <a:ext cx="2194560" cy="731520"/>
          </a:xfrm>
          <a:prstGeom prst="roundRect">
            <a:avLst>
              <a:gd name="adj" fmla="val 125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3931920"/>
            <a:ext cx="1975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шоу-рума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01968" y="1463040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Gumroad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«ключ настоящий? подписка жива?»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27432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2743200"/>
            <a:ext cx="1883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фото, примерки (по ключу Gemini)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 flipV="1">
            <a:off x="2377440" y="2377440"/>
            <a:ext cx="960120" cy="-594360"/>
          </a:xfrm>
          <a:prstGeom prst="line">
            <a:avLst/>
          </a:prstGeom>
          <a:noFill/>
          <a:ln w="25400">
            <a:solidFill>
              <a:srgbClr val="C2456E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377440" y="2743200"/>
            <a:ext cx="960120" cy="274320"/>
          </a:xfrm>
          <a:prstGeom prst="line">
            <a:avLst/>
          </a:prstGeom>
          <a:noFill/>
          <a:ln w="25400">
            <a:solidFill>
              <a:srgbClr val="C2456E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77440" y="3108960"/>
            <a:ext cx="960120" cy="1097280"/>
          </a:xfrm>
          <a:prstGeom prst="line">
            <a:avLst/>
          </a:prstGeom>
          <a:noFill/>
          <a:ln w="25400">
            <a:solidFill>
              <a:srgbClr val="C2456E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5532120" y="2834640"/>
            <a:ext cx="960120" cy="-822960"/>
          </a:xfrm>
          <a:prstGeom prst="line">
            <a:avLst/>
          </a:prstGeom>
          <a:noFill/>
          <a:ln w="25400">
            <a:solidFill>
              <a:srgbClr val="C2456E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32120" y="3200400"/>
            <a:ext cx="960120" cy="91440"/>
          </a:xfrm>
          <a:prstGeom prst="line">
            <a:avLst/>
          </a:prstGeom>
          <a:noFill/>
          <a:ln w="25400">
            <a:solidFill>
              <a:srgbClr val="C2456E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3931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Gemini и пароли никогда не попадают в телефон клиентки — только на сервер.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Шоу-рум: витрина превращений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mn-stilist.github.io/aru/showroom/ — открыт всем, до покупки. Сильнейшая реклама: «это и для меня».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173020" y="1298448"/>
            <a:ext cx="3323240" cy="3438144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tmp/claude-0/-home-claude/0f6f79f4-524c-52dc-a6cd-3191363a22d6/scratchpad/sr_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452" y="1325880"/>
            <a:ext cx="3268376" cy="3383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49240" y="1325880"/>
            <a:ext cx="32918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внутри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Героини от старшей к младшей, цветотип и короткая история «почему серое её гасит», образы-кнопки, «Как было / Как стало», видео, кнопка покупки.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лежит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— на GitHub (сжатые, 9 фото = 0,6 МБ). Видео — на YouTube. Supabase не нагружается.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пополнять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присылаете фото или ссылку YouTube → Claude добавляет одну строку в список шоу-рума → через минуту видно всем.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Бибигуль апа, 67: одна женщина — семь жизней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было: серо-бежевый джемпер «гасит» седину. Как стало: чистые холодные цвета и серебро.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43768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home/claude/aru-repo/showroom/img/bibigul-or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5118"/>
            <a:ext cx="1920240" cy="10474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было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551176" y="143768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8" name="Image 1" descr="/home/claude/aru-repo/showroom/img/bibigul-work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465118"/>
            <a:ext cx="1920240" cy="10474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78608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81144" y="143768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1" name="Image 2" descr="/home/claude/aru-repo/showroom/img/bibigul-part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1465118"/>
            <a:ext cx="1920240" cy="10474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08576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611112" y="143768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4" name="Image 3" descr="/home/claude/aru-repo/showroom/img/bibigul-weeken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1465118"/>
            <a:ext cx="1920240" cy="10474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38544" y="26791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21208" y="317504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17" name="Image 4" descr="/home/claude/aru-repo/showroom/img/bibigul-sport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2478"/>
            <a:ext cx="1920240" cy="104740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2551176" y="317504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5" descr="/home/claude/aru-repo/showroom/img/bibigul-gala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608" y="3202478"/>
            <a:ext cx="1920240" cy="104740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2578608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Торжество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4581144" y="317504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6" descr="/home/claude/aru-repo/showroom/img/bibigul-national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202478"/>
            <a:ext cx="1920240" cy="104740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4608576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</a:t>
            </a:r>
            <a:endParaRPr lang="en-US" sz="1150" dirty="0"/>
          </a:p>
        </p:txBody>
      </p:sp>
      <p:sp>
        <p:nvSpPr>
          <p:cNvPr id="25" name="Shape 16"/>
          <p:cNvSpPr/>
          <p:nvPr/>
        </p:nvSpPr>
        <p:spPr>
          <a:xfrm>
            <a:off x="6611112" y="3175046"/>
            <a:ext cx="1975104" cy="110226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6" name="Image 7" descr="/home/claude/aru-repo/showroom/img/bibigul-summe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3202478"/>
            <a:ext cx="1920240" cy="104740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638544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YouTube: как загрузить ролик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@Sprint1949kz (переоформим позже). Shorts смотрят даже без рекламы.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 → справа вверху «+ Создавать» → «Загрузить видео»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Выбрать файл из 06_Продвижение, название и описание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«Это видео не для детей» → «Далее» → доступ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Studio → Content → Shorts: ролик в списке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ролика «⋮» → «Get shareable link» → вставить ссылку в чат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" y="4041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вставляет номер ролика → в шоу-руме кнопка «▶ Смотреть видео»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3624" y="1252728"/>
            <a:ext cx="3114352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3" name="Image 0" descr="/mnt/user-data/attachments/0f6f79f4-524c-52dc-a6cd-3191363a22d6/8cb8c344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056" y="1280160"/>
            <a:ext cx="3059488" cy="164134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203548" y="3040380"/>
            <a:ext cx="2394505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5" name="Image 1" descr="/mnt/user-data/attachments/0f6f79f4-524c-52dc-a6cd-3191363a22d6/33ae800b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80" y="3067812"/>
            <a:ext cx="2339641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Навигация: как вернуться на обложку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Обложка — первый экран Aru: вход, «Вы вошли как…», кнопка «Шоу-рум».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3619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5506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39903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Надпись «Aru» слева вверху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любом экране внутри приложения — ведёт на обложку, аккаунт не закрывается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132588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53619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6550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67528" y="139903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→ «На обложку Aru»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Кружок с буквой справа вверху → первый пункт меню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39572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" y="260604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7249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246888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Стрелка «←» на шаге «Фото лица»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разбора теперь тоже ведёт на обложку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617720" y="239572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754880" y="260604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72491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67528" y="246888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шоу-руме «← В приложение»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Тёмная кнопка слева вверху; шоу-рум открывается в той же вкладке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46557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85800" y="367588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794760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298448" y="353872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показывает старое?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Дописать к адресу ?v=2 (потом ?v=3…) — загрузится свежая версия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617720" y="346557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754880" y="367588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79476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367528" y="353872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показывает старое?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F5 — перезагрузка без памяти браузера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 Gemini: зачем и как получили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Руками одна Бибигуль апа заняла полчаса. С ключом сервер делает это сам — за минуту, без Мурата.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aistudio.google.com — вход (оказался аккаунт karminsoft, PRO)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Галочка «I acknowledge… 18 years…» → Continue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«Develop with Gemini API» → Continue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сам создал ключ «…qxKg»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«Copy key» → сохранили в Word в 98_Секреты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1422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не присылаем в чат и не кладём на GitHub. Только 98_Секреты и сервер.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7731" y="1252728"/>
            <a:ext cx="3106138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d608602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5163" y="1280160"/>
            <a:ext cx="3051274" cy="16413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78808" y="3284982"/>
            <a:ext cx="2194560" cy="1207008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4" name="Image 1" descr="/mnt/user-data/attachments/0f6f79f4-524c-52dc-a6cd-3191363a22d6/e70cf070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12414"/>
            <a:ext cx="2139696" cy="11521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428232" y="3299702"/>
            <a:ext cx="2194560" cy="1177569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6" name="Image 2" descr="/mnt/user-data/attachments/0f6f79f4-524c-52dc-a6cd-3191363a22d6/f4753a0b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327134"/>
            <a:ext cx="2139696" cy="11227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 — в секреты сервера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→ проект aru → Edge Functions → Secrets. Оттуда ключ берёт только наш сервер.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Открыть supabase.com/dashboard/project/cgefoqmwqwcxtozcurqo/functions/secrets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65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GEMINI_API_KEY (латиницей, большими буквами)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43230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вставить ключ из Word («…qxKg»)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26664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992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→ в «Custom secrets» строка GEMINI_API_KEY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56616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проверил: сервер видит ключ, Google его принимает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56042" y="1252728"/>
            <a:ext cx="308951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0" name="Image 0" descr="/mnt/user-data/attachments/0f6f79f4-524c-52dc-a6cd-3191363a22d6/6b71ff6d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474" y="1280160"/>
            <a:ext cx="3034653" cy="164134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826116" y="3040380"/>
            <a:ext cx="3149368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1" descr="/mnt/user-data/attachments/0f6f79f4-524c-52dc-a6cd-3191363a22d6/6c6648be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548" y="3067812"/>
            <a:ext cx="3094504" cy="16413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Папка 98_Секреты: где храним ключи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Ключей много, запомнить нельзя — поэтому один документ, но в папке, которая никуда не уходит.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папки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98_Секреты никогда не отправляется: ни в чат, ни в архив, ни на GitHub.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3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Почему: проект на GitHub публичный, архивы тоже. Ключ, попавший туда, может использовать кто угодно — за ваш счёт.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0" y="13258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«Aru_ключи_и_доступы (СЕКРЕТНО)»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Сервис: Google AI Studio (Gemini)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Аккаунт: karminsoft@gmail.com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чего: сервер Aru — разбор и примерки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сервере: Supabase → aru → GEMINI_API_KEY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Посмотреть заново: aistudio.google.com/apikey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Дата: 24.10.2026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Ключ: …qxKg (полностью — только в файле)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Бесплатный и платный тариф Google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проверка ключа: Google ответил «You exceeded your current quota» на попытку нарисовать картинку.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(сейчас)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32588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13258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Платный (предоплата)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85623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8562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фото, тексты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37560" y="1856232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8562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да, с ограничениями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1856232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8562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да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86584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3865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Примерки (картинки)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37560" y="2386584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23865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386584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0760" y="238658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да, ~4 цента за штуку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916936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9169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2916936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916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29169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80760" y="29169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дорого: ~$1–3 за ролик*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47288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34472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для обучения Google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37560" y="3447288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429000" y="3447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могут использовать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3447288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80760" y="34472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не используются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977640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977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живых клиенток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37560" y="397764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2900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нельзя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989320" y="3977640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0760" y="39776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можно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оценка Claude, точные цены проверим перед подключением видео. Модели Google меняются: старая gemini-2.5-flash «новым пользователям недоступна» — берём свежие.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 Google: предоплата $30 — отложили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Платёжный профиль уже был (карта Visa ··6562). Google просит минимум $30 вперёд.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→ в строке ключа «Set up billing»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Окно Google Cloud Billing: страна Kazakhstan → «Agree &amp; continue»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«Gauhar» (имя профиля — можно сменить в pay.google.com), карта ··6562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Предоплата $30, Auto-reload ВЫКЛЮЧЕН = надёжный потолок расходов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Денег на карте нет → «Cancel», ничего не списано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1422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≈ 700 примерок. Первая же клиентка за $29 их окупает.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71709" y="1252728"/>
            <a:ext cx="3058182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01a1d8b1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9141" y="1280160"/>
            <a:ext cx="3003318" cy="16413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78808" y="3276393"/>
            <a:ext cx="2194560" cy="1224186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4" name="Image 1" descr="/mnt/user-data/attachments/0f6f79f4-524c-52dc-a6cd-3191363a22d6/31780d28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03825"/>
            <a:ext cx="2139696" cy="116932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428232" y="3270283"/>
            <a:ext cx="2194560" cy="1236407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6" name="Image 2" descr="/mnt/user-data/attachments/0f6f79f4-524c-52dc-a6cd-3191363a22d6/afb5a864-im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3297715"/>
            <a:ext cx="2139696" cy="11815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Первый настоящий разбор — бесплатно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отправил в Gemini исходное фото Бибигуль апа (серый джемпер) и через 3–8 секунд получил ответ.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497953"/>
            <a:ext cx="3346704" cy="1850413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5" name="Image 0" descr="/home/claude/aru-repo/showroom/img/bibigul-or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5385"/>
            <a:ext cx="3291840" cy="17955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069080" y="1325880"/>
            <a:ext cx="4526280" cy="3383280"/>
          </a:xfrm>
          <a:prstGeom prst="roundRect">
            <a:avLst>
              <a:gd name="adj" fmla="val 2703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51960" y="141732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Gemini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Цветотип: «Холодное лето» (вторая модель: «Мягкое лето»)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Подтон: холодный · Контраст: средний · Металл: серебро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цвета: пыльная роза, серо-голубой, дымчато-синий, лиловый, малиновый, жемчужно-серый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Избегать: оранжевый, горчичный, томатно-красный, чистый жёлтый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«Серебристая седина и холодный подтон при средне-низком контрасте»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модели: 85%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65760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703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</a:t>
            </a:r>
            <a:pPr indent="0" marL="0">
              <a:buNone/>
            </a:pPr>
            <a:r>
              <a:rPr lang="en-US" sz="108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совпала (холодная гамма, серебро), название сезона «гуляет». Защита: два прогона + анкета + показывать уверенный результат.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зависит от $30, а что — нет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EAF4EE"/>
          </a:solidFill>
          <a:ln w="12700">
            <a:solidFill>
              <a:srgbClr val="EAF4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05156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8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Делаем без денег — сейчас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Ждёт $30 на счёте Google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00200"/>
            <a:ext cx="3611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Лендинг: кнопка «Купить» → Gumroad, текст про подписку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разбор цветотипа в приложении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её фото и результатов на сервере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PDF-паспорт стиля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Инструкции для клиенток: как оплатить, как пользоваться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и строгий дизайн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Шоу-рум и ролики (примерки руками в Gemini PRO)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Автоматические примерки «как стало» на её фото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тестеры — племянница и другие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Позже: видео по запросу (отдельно посчитаем)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356616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D2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6048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подключить: aistudio.google.com/apikey → «Set up billing» → $30, Auto-reload выключен → Continue.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v0.3 и урок про большие файлы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Архив 45 МБ трижды «зависал» — разобрались.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298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github.com/mn-stilist/aru → справа «Releases» → «Draft a new release»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847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«Tag: Select tag» → v0.3 → «Create new tag», название, описание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231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395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«…zip.crdownload» = недокачанный; удалить нельзя, пока браузер держит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292608" cy="29260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971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2944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J → у загрузки «Отмена» → удалить → скачать заново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34930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Перетащить архив на «Attach binaries…» → «Publish release»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429000" cy="594360"/>
          </a:xfrm>
          <a:prstGeom prst="roundRect">
            <a:avLst>
              <a:gd name="adj" fmla="val 15385"/>
            </a:avLst>
          </a:prstGeom>
          <a:solidFill>
            <a:srgbClr val="FCEFD9"/>
          </a:solidFill>
          <a:ln w="12700">
            <a:solidFill>
              <a:srgbClr val="FCEF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1422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большой файл не качается — Claude режет архив на части по 15 МБ.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3482" y="1252728"/>
            <a:ext cx="3114637" cy="1696212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2" name="Image 0" descr="/mnt/user-data/attachments/0f6f79f4-524c-52dc-a6cd-3191363a22d6/671c4cb9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0914" y="1280160"/>
            <a:ext cx="3059773" cy="1641348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178808" y="3104968"/>
            <a:ext cx="4443984" cy="1567036"/>
          </a:xfrm>
          <a:prstGeom prst="rect">
            <a:avLst/>
          </a:prstGeom>
          <a:solidFill>
            <a:srgbClr val="EED9E1"/>
          </a:solidFill>
          <a:ln w="12700">
            <a:solidFill>
              <a:srgbClr val="EED9E1"/>
            </a:solidFill>
            <a:prstDash val="solid"/>
          </a:ln>
        </p:spPr>
      </p:sp>
      <p:pic>
        <p:nvPicPr>
          <p:cNvPr id="24" name="Image 1" descr="/mnt/user-data/attachments/0f6f79f4-524c-52dc-a6cd-3191363a22d6/e9101c47-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132400"/>
            <a:ext cx="4389120" cy="15121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папок на компьютере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M:\ __ 0000 __ ARU ЛИЧНЫЙ СТИЛИСТ — добавилась 98_Секреты.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9304"/>
            <a:ext cx="201168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23444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00_Входящие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108960" y="123444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новое; разбираем в конце этапа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1581912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36776"/>
            <a:ext cx="201168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158191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01_Протоколы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108960" y="158191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протоколы 01–05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1929384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84248"/>
            <a:ext cx="201168" cy="182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05840" y="192938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02_Архивы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108960" y="1929384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Aru_archive_v0.1 … v0.3 (zip)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2276856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331720"/>
            <a:ext cx="201168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05840" y="227685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03_Документы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3108960" y="2276856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описания, путеводитель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2624328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679192"/>
            <a:ext cx="201168" cy="1828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05840" y="262432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04_Демо-клиентки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108960" y="262432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Айгерим, Елена, Бибигуль (Исходник, Примерки)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2971800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26664"/>
            <a:ext cx="201168" cy="1828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005840" y="297180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05_Gumroad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3108960" y="297180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памятка настроек + журнал тест-покупок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3319272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7E6EC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74136"/>
            <a:ext cx="201168" cy="18288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05840" y="331927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06_Продвижение</a:t>
            </a:r>
            <a:endParaRPr lang="en-US" sz="1200" dirty="0"/>
          </a:p>
        </p:txBody>
      </p:sp>
      <p:sp>
        <p:nvSpPr>
          <p:cNvPr id="31" name="Text 22"/>
          <p:cNvSpPr txBox="1"/>
          <p:nvPr/>
        </p:nvSpPr>
        <p:spPr>
          <a:xfrm>
            <a:off x="3108960" y="331927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Gemini и ролики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48640" y="3666744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21608"/>
            <a:ext cx="201168" cy="18288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05840" y="36667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07_Сервер</a:t>
            </a:r>
            <a:endParaRPr lang="en-US" sz="1200" dirty="0"/>
          </a:p>
        </p:txBody>
      </p:sp>
      <p:sp>
        <p:nvSpPr>
          <p:cNvPr id="35" name="Text 25"/>
          <p:cNvSpPr txBox="1"/>
          <p:nvPr/>
        </p:nvSpPr>
        <p:spPr>
          <a:xfrm>
            <a:off x="3108960" y="3666744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для Supabase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>
            <a:off x="548640" y="4014216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CEFD9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069080"/>
            <a:ext cx="201168" cy="18288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05840" y="401421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98_Секреты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3108960" y="4014216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НОВАЯ: ключи и пароли — никуда не отправляется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548640" y="4361688"/>
            <a:ext cx="804672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2700">
            <a:solidFill>
              <a:srgbClr val="F1E2E8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4416552"/>
            <a:ext cx="201168" cy="18288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1005840" y="436168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99_Старое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3108960" y="4361688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устаревшие версии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Уроки этапа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6187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38074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112471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шага за раз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Сервисы «выбивают» — короткие порции легче не потерять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17720" y="1051560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61872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807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67528" y="1124712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кнопка — по экрану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«Справа вверху, рядом с…», никогда «как в прошлый раз»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1214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233172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4505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98448" y="219456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вкладка — один сервис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Закрываем вкладку, как только шаг там закончен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617720" y="2121408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54880" y="2331720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45059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67528" y="2194560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— в 98_Секреты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Записываем сразу: сервис, аккаунт, для чего, где лежит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319125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85800" y="34015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52044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98448" y="326440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аккаунт Google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оказался на karminsoft, а не на sprintkz5 — смотреть внизу слева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617720" y="3191256"/>
            <a:ext cx="3886200" cy="914400"/>
          </a:xfrm>
          <a:prstGeom prst="roundRect">
            <a:avLst>
              <a:gd name="adj" fmla="val 10000"/>
            </a:avLst>
          </a:prstGeom>
          <a:solidFill>
            <a:srgbClr val="F7E6EC"/>
          </a:solidFill>
          <a:ln w="12700">
            <a:solidFill>
              <a:srgbClr val="F7E6EC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3401568"/>
            <a:ext cx="493776" cy="493776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520440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367528" y="3264408"/>
            <a:ext cx="30449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Предоплата = потолок</a:t>
            </a:r>
            <a:endParaRPr lang="en-US" sz="1300" dirty="0"/>
          </a:p>
          <a:p>
            <a:pPr indent="0" marL="0">
              <a:buNone/>
            </a:pPr>
            <a:r>
              <a:rPr lang="en-US" sz="108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Auto-reload выключен — больше положенного не спишут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карта: что дальше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48640" y="10332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Лендинг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0058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«Купить» → Gumroad, «$29 в месяц» вместо «одна оплата»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4904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 приложении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463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настоящий цветотип вместо Айгерим + защита от разброса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1920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9202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её фото и результаты на сервере — видны в любой момент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048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404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PDF-паспорт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23774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её настоящих данных — скачать и распечатать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62072"/>
            <a:ext cx="329184" cy="329184"/>
          </a:xfrm>
          <a:prstGeom prst="ellipse">
            <a:avLst/>
          </a:prstGeom>
          <a:solidFill>
            <a:srgbClr val="C2456E"/>
          </a:solidFill>
          <a:ln w="12700">
            <a:solidFill>
              <a:srgbClr val="C245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834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Инструкции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28346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клиенток: как оплатить, как пользоваться (PDF + короткое видео)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3192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3291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32918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и строгий, спокойный стиль — выбор из 2–3 вариантов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76472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 → примерки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926080" y="37490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«переодень меня», затем живые тестеры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233672"/>
            <a:ext cx="329184" cy="329184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42062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последним, после расчёта цены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582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u">
  <a:themeElements>
    <a:clrScheme name="Aru">
      <a:dk1>
        <a:srgbClr val="2B1A22"/>
      </a:dk1>
      <a:lt1>
        <a:srgbClr val="FFFFFF"/>
      </a:lt1>
      <a:dk2>
        <a:srgbClr val="6D2E46"/>
      </a:dk2>
      <a:lt2>
        <a:srgbClr val="F7E6EC"/>
      </a:lt2>
      <a:accent1>
        <a:srgbClr val="C2456E"/>
      </a:accent1>
      <a:accent2>
        <a:srgbClr val="6D2E46"/>
      </a:accent2>
      <a:accent3>
        <a:srgbClr val="D9A441"/>
      </a:accent3>
      <a:accent4>
        <a:srgbClr val="A26769"/>
      </a:accent4>
      <a:accent5>
        <a:srgbClr val="8E6C88"/>
      </a:accent5>
      <a:accent6>
        <a:srgbClr val="3E8A68"/>
      </a:accent6>
      <a:hlink>
        <a:srgbClr val="C2456E"/>
      </a:hlink>
      <a:folHlink>
        <a:srgbClr val="6D2E46"/>
      </a:folHlink>
    </a:clrScheme>
    <a:fontScheme name="Aru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Протокол №5 — Шоу-рум, YouTube, ключ Gemini и вся картина Aru</dc:title>
  <dc:subject>PptxGenJS Presentation</dc:subject>
  <dc:creator>Проект Aru</dc:creator>
  <cp:lastModifiedBy>Проект Aru</cp:lastModifiedBy>
  <cp:revision>1</cp:revision>
  <dcterms:created xsi:type="dcterms:W3CDTF">2026-10-24T18:11:43Z</dcterms:created>
  <dcterms:modified xsi:type="dcterms:W3CDTF">2026-10-24T18:11:43Z</dcterms:modified>
</cp:coreProperties>
</file>