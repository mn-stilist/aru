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№1  ·  23.10.2026  ·  Проект Aru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502920"/>
            <a:ext cx="3108960" cy="3108960"/>
          </a:xfrm>
          <a:prstGeom prst="ellipse">
            <a:avLst/>
          </a:prstGeom>
          <a:solidFill>
            <a:srgbClr val="7E3654"/>
          </a:solidFill>
          <a:ln w="38100">
            <a:solidFill>
              <a:srgbClr val="D9A441"/>
            </a:solidFill>
            <a:prstDash val="solid"/>
          </a:ln>
        </p:spPr>
      </p:sp>
      <p:pic>
        <p:nvPicPr>
          <p:cNvPr id="3" name="Image 0" descr="/tmp/claude-0/-home-claude/0f6f79f4-524c-52dc-a6cd-3191363a22d6/scratchpad/p1/aigerim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640080"/>
            <a:ext cx="2834640" cy="283464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№1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8229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 проекта Aru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Идея, решения, прототип, демо-клиентки, аккаунты и правила работы. Всё, что сделано 22–23 октября 2026 года.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октября 2026  ·  Алматы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 протокола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0972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продукта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664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31136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231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работы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7980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Созданные документы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364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приложения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931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93792" y="10972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приложения: превращение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1664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Аккаунты проекта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2231136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93792" y="2231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Gumroad и лендинг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663440" y="279806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93792" y="27980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архивов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193792" y="3364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дать Claude доступ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193792" y="3931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 и открытые вопросы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Идея продукта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стилист в телефоне — по технологии наших индикаторных панелей для бизнеса.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0" cy="3154680"/>
          </a:xfrm>
          <a:prstGeom prst="roundRect">
            <a:avLst>
              <a:gd name="adj" fmla="val 2899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343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это.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панель, где причёска, цвета, одежда, обувь, аксессуары и макияж собраны в единый образ — «из одних рук», как у живого стилиста.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кого.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Женщины, которые хотят выглядеть гармонично и не знают, что им идёт. Аудитория — практически весь мир.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отличается.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набор разрозненных функций по подписке, а индивидуальный разбор, где всё согласовано; доступ по ключу за разовую оплату.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идея.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знакомая, которой нужна такая помощь, и старая разработка «стилист в комплексе», которую Мурат видел 40 лет назад.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23560" y="14630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06" y="16056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55080" y="14813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продвигать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и TikTok — визуальный продукт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23560" y="251460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206" y="2657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2532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Широкая аудитория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языка, оплата в долларах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23560" y="356616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06" y="370880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5508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строить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Тендер Радара: 2–4 недели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Ключевые решения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Зафиксировано в разговоре 22–23 октября. Зелёный — решено, золотой — рабочий вариант.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9961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184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45389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(Ару) — «красавица». Мужская версия — Seri (Сері)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37160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45736" y="149961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6184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30952" y="145389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Казахский, русский, английский — с первой версии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19456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32257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414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61872" y="227685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Разовая оплата и личный ключ доступа, без подписки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17720" y="219456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FCEFD9"/>
          </a:solidFill>
          <a:ln w="6350">
            <a:solidFill>
              <a:srgbClr val="FCEFD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45736" y="2322576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44144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30952" y="227685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— рабочая цена для карточки товара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01752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76656" y="314553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26440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61872" y="309981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Gumroad, оплата в долларах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17720" y="301752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745736" y="314553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64408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30952" y="309981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и TikTok, ИИ-аватары; автор за кадром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384048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6656" y="396849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087368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61872" y="392277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+ Supabase + ИИ (Claude или Gemini)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4617720" y="384048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745736" y="3968496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087368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330952" y="392277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что делает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Мурат — логика; Claude — код и тексты; ChatGPT — визуал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Хронология работы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сессии, от вопроса «есть ли такие приложения?» до готового прототипа и лендинга.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7680960" cy="0"/>
          </a:xfrm>
          <a:prstGeom prst="line">
            <a:avLst/>
          </a:prstGeom>
          <a:noFill/>
          <a:ln w="38100">
            <a:solidFill>
              <a:srgbClr val="E7C9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91640"/>
            <a:ext cx="365760" cy="365760"/>
          </a:xfrm>
          <a:prstGeom prst="ellipse">
            <a:avLst/>
          </a:prstGeom>
          <a:solidFill>
            <a:srgbClr val="C245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22.10, ночь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261872" cy="2286000"/>
          </a:xfrm>
          <a:prstGeom prst="roundRect">
            <a:avLst>
              <a:gd name="adj" fmla="val 7246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и решение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Обсудили рынок; решили делать своё — в комплексе, по ключу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29968" y="1691640"/>
            <a:ext cx="365760" cy="365760"/>
          </a:xfrm>
          <a:prstGeom prst="ellipse">
            <a:avLst/>
          </a:prstGeom>
          <a:solidFill>
            <a:srgbClr val="C245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325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23.10, 02:00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20240" y="2240280"/>
            <a:ext cx="1261872" cy="2286000"/>
          </a:xfrm>
          <a:prstGeom prst="roundRect">
            <a:avLst>
              <a:gd name="adj" fmla="val 7246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350008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v1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«Личный стилист — первая версия»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01568" y="1691640"/>
            <a:ext cx="365760" cy="365760"/>
          </a:xfrm>
          <a:prstGeom prst="ellipse">
            <a:avLst/>
          </a:prstGeom>
          <a:solidFill>
            <a:srgbClr val="C245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325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23.10, 02:15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2240280"/>
            <a:ext cx="1261872" cy="2286000"/>
          </a:xfrm>
          <a:prstGeom prst="roundRect">
            <a:avLst>
              <a:gd name="adj" fmla="val 7246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350008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и языки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Aru, три языка; презентация описания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73168" y="1691640"/>
            <a:ext cx="365760" cy="365760"/>
          </a:xfrm>
          <a:prstGeom prst="ellipse">
            <a:avLst/>
          </a:prstGeom>
          <a:solidFill>
            <a:srgbClr val="C245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1325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23.10, 12:30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1261872" cy="2286000"/>
          </a:xfrm>
          <a:prstGeom prst="roundRect">
            <a:avLst>
              <a:gd name="adj" fmla="val 7246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2350008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index.html: 14 экранов, 3 языка; описание в PPTX/PDF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44768" y="1691640"/>
            <a:ext cx="365760" cy="365760"/>
          </a:xfrm>
          <a:prstGeom prst="ellipse">
            <a:avLst/>
          </a:prstGeom>
          <a:solidFill>
            <a:srgbClr val="C245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325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23.10, 13:00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240280"/>
            <a:ext cx="1261872" cy="2286000"/>
          </a:xfrm>
          <a:prstGeom prst="roundRect">
            <a:avLst>
              <a:gd name="adj" fmla="val 7246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2350008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Демо-клиентка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Рисунок, анкета, кнопка в прототипе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16368" y="1691640"/>
            <a:ext cx="365760" cy="365760"/>
          </a:xfrm>
          <a:prstGeom prst="ellipse">
            <a:avLst/>
          </a:prstGeom>
          <a:solidFill>
            <a:srgbClr val="D9A4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1325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23.10, 15:30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06640" y="2240280"/>
            <a:ext cx="1261872" cy="2286000"/>
          </a:xfrm>
          <a:prstGeom prst="roundRect">
            <a:avLst>
              <a:gd name="adj" fmla="val 7246"/>
            </a:avLst>
          </a:prstGeom>
          <a:solidFill>
            <a:srgbClr val="FCEFD9"/>
          </a:solidFill>
          <a:ln w="6350">
            <a:solidFill>
              <a:srgbClr val="FCEF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2350008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проекта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Аккаунты, реальные демо-клиентки, Gumroad, лендинг, протокол №1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Созданные документы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файлы лежат в архиве Aru_архив_v0.1_2026-10-23.zip, разложенные по папкам.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внутри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Личный-стилист_первая-версия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PDF, 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 первой версии продукта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2026-10-23_Aru-описание-первой-версии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PPTX,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Презентация идеи, 10 слайдов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Кликабельный прототип приложения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2026-10-23_Aru-прототип-описание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PPTX,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Прототип как готовый продукт, 14 слайдов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2026-10-23_Aru-демо-клиентка-Айгерим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PPTX,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Карточка демо-клиентки, промпты для фото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Aru_Gumroad_карточка-товара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Word,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товара на 3 языках, $29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Трёхъязычный лендинг с демо-клиентками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01_2026-10-23_Старт-проекта-Aru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PPTX,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Этот протокол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Прототип приложения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index.html. Открывается в любом браузере, всё нажимается, три языка.</a:t>
            </a:r>
            <a:endParaRPr lang="en-US" sz="1350" dirty="0"/>
          </a:p>
        </p:txBody>
      </p:sp>
      <p:pic>
        <p:nvPicPr>
          <p:cNvPr id="4" name="Image 0" descr="/tmp/claude-0/-home-claude/0f6f79f4-524c-52dc-a6cd-3191363a22d6/scratchpad/framed/ds0_05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914400"/>
            <a:ext cx="1824569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256032" cy="25603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3167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ключу (демо-ключ ARU-DEMO-2026)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55064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645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лица, фото в полный рост, анкета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1984248"/>
            <a:ext cx="256032" cy="25603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19751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«Показать на демо-клиентке Айгерим»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304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стиля: цветотип и 4 индикатора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2642616"/>
            <a:ext cx="256032" cy="25603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26334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и тест драпировки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2971800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2962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 с примеркой, одежда, аксессуары, макияж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3300984"/>
            <a:ext cx="256032" cy="25603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 на 5 поводов и список покупок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3630168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3621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«Проверь вещь»: реальное считывание цвета с фото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640" y="3959352"/>
            <a:ext cx="256032" cy="25603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3950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Гардероб в цифрах, чат стилиста, профиль, стиль-паспорт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3708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</a:t>
            </a:r>
            <a:pPr indent="0" marL="0">
              <a:buNone/>
            </a:pPr>
            <a:r>
              <a:rPr lang="en-US" sz="11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внешности пока показательный, чат отвечает заготовками. Настоящий ИИ-анализ — следующий этап.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Демо-клиентки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Вымышленные девушки, изображения созданы ИИ. По три снимка: анфас, три четверти, полный рост.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pic>
        <p:nvPicPr>
          <p:cNvPr id="5" name="Image 0" descr="/tmp/claude-0/-home-claude/0f6f79f4-524c-52dc-a6cd-3191363a22d6/scratchpad/p1/aigerim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Айгерим, 28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20116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Казашка. Рост 165 см, тёмный каштан, карие глаза, тёплый подтон.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Предлагаемый цветотип: </a:t>
            </a:r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осень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3611880"/>
            <a:ext cx="438912" cy="411480"/>
          </a:xfrm>
          <a:prstGeom prst="rect">
            <a:avLst/>
          </a:prstGeom>
          <a:solidFill>
            <a:srgbClr val="4E2E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70432" y="3611880"/>
            <a:ext cx="438912" cy="411480"/>
          </a:xfrm>
          <a:prstGeom prst="rect">
            <a:avLst/>
          </a:prstGeom>
          <a:solidFill>
            <a:srgbClr val="2F4A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09344" y="3611880"/>
            <a:ext cx="438912" cy="411480"/>
          </a:xfrm>
          <a:prstGeom prst="rect">
            <a:avLst/>
          </a:prstGeom>
          <a:solidFill>
            <a:srgbClr val="B453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48256" y="3611880"/>
            <a:ext cx="438912" cy="411480"/>
          </a:xfrm>
          <a:prstGeom prst="rect">
            <a:avLst/>
          </a:prstGeom>
          <a:solidFill>
            <a:srgbClr val="1F5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87168" y="3611880"/>
            <a:ext cx="438912" cy="411480"/>
          </a:xfrm>
          <a:prstGeom prst="rect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0" y="3611880"/>
            <a:ext cx="438912" cy="411480"/>
          </a:xfrm>
          <a:prstGeom prst="rect">
            <a:avLst/>
          </a:prstGeom>
          <a:solidFill>
            <a:srgbClr val="6E2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64992" y="3611880"/>
            <a:ext cx="438912" cy="411480"/>
          </a:xfrm>
          <a:prstGeom prst="rect">
            <a:avLst/>
          </a:prstGeom>
          <a:solidFill>
            <a:srgbClr val="A05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03904" y="3611880"/>
            <a:ext cx="438912" cy="411480"/>
          </a:xfrm>
          <a:prstGeom prst="rect">
            <a:avLst/>
          </a:prstGeom>
          <a:solidFill>
            <a:srgbClr val="4F5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разные внешности показывают, что Aru подбирает разное разным людям.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1371600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pic>
        <p:nvPicPr>
          <p:cNvPr id="19" name="Image 1" descr="/tmp/claude-0/-home-claude/0f6f79f4-524c-52dc-a6cd-3191363a22d6/scratchpad/p1/elena_sq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54480"/>
            <a:ext cx="1463040" cy="1463040"/>
          </a:xfrm>
          <a:prstGeom prst="ellipse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465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Елена, 30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20116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Европейская внешность. Пепельно-русые волосы, серо-голубые глаза, прохладный подтон.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80060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Предлагаемый цветотип: </a:t>
            </a:r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Мягкое лето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800600" y="3611880"/>
            <a:ext cx="438912" cy="411480"/>
          </a:xfrm>
          <a:prstGeom prst="rect">
            <a:avLst/>
          </a:prstGeom>
          <a:solidFill>
            <a:srgbClr val="C49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39512" y="3611880"/>
            <a:ext cx="438912" cy="411480"/>
          </a:xfrm>
          <a:prstGeom prst="rect">
            <a:avLst/>
          </a:prstGeom>
          <a:solidFill>
            <a:srgbClr val="8FA3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78424" y="3611880"/>
            <a:ext cx="438912" cy="411480"/>
          </a:xfrm>
          <a:prstGeom prst="rect">
            <a:avLst/>
          </a:prstGeom>
          <a:solidFill>
            <a:srgbClr val="A79B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17336" y="3611880"/>
            <a:ext cx="438912" cy="411480"/>
          </a:xfrm>
          <a:prstGeom prst="rect">
            <a:avLst/>
          </a:prstGeom>
          <a:solidFill>
            <a:srgbClr val="9AA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6248" y="3611880"/>
            <a:ext cx="438912" cy="411480"/>
          </a:xfrm>
          <a:prstGeom prst="rect">
            <a:avLst/>
          </a:prstGeom>
          <a:solidFill>
            <a:srgbClr val="5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95160" y="3611880"/>
            <a:ext cx="438912" cy="411480"/>
          </a:xfrm>
          <a:prstGeom prst="rect">
            <a:avLst/>
          </a:prstGeom>
          <a:solidFill>
            <a:srgbClr val="6F94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434072" y="3611880"/>
            <a:ext cx="438912" cy="411480"/>
          </a:xfrm>
          <a:prstGeom prst="rect">
            <a:avLst/>
          </a:prstGeom>
          <a:solidFill>
            <a:srgbClr val="7D5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872984" y="3611880"/>
            <a:ext cx="438912" cy="411480"/>
          </a:xfrm>
          <a:prstGeom prst="rect">
            <a:avLst/>
          </a:prstGeom>
          <a:solidFill>
            <a:srgbClr val="BFC0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0060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разные внешности показывают, что Aru подбирает разное разным людям.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Центр приложения: превращение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23.10: этот сценарий становится главным экраном и главным материалом для Instagram.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8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демо-клиентку или себя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029968" y="2423160"/>
            <a:ext cx="164592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12848" y="150876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70048" y="16916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694" y="18342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04288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исходную внешность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94176" y="2423160"/>
            <a:ext cx="164592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877056" y="150876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34256" y="16916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02" y="1834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68496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образов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358384" y="2423160"/>
            <a:ext cx="164592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41264" y="150876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98464" y="16916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10" y="1834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32704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объяснение, почему идёт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022592" y="2423160"/>
            <a:ext cx="164592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205472" y="150876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62672" y="169164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318" y="18342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96912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понравившийся вариант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есть: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лендинге — выбор Айгерим или Елены, три снимка, палитра и три образа с объяснением. </a:t>
            </a:r>
            <a:pPr indent="0" marL="0">
              <a:buNone/>
            </a:pPr>
            <a:r>
              <a:rPr lang="en-US" sz="13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Сделать: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в самом приложении, на реальных фото.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Аккаунты проекта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«чистая» почта для всего проекта: sprintkz5@gmail.com. Пароли в протоколы не записываем.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1/inst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40864" cy="1243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862072"/>
            <a:ext cx="164592" cy="16459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этой почте, публикаций нет. На снимке имя профиля kazakhstantravel.guide — уточнить, тот ли это аккаунт, и переименовать под Aru.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0" name="Image 1" descr="/tmp/claude-0/-home-claude/0f6f79f4-524c-52dc-a6cd-3191363a22d6/scratchpad/p1/githu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481328"/>
            <a:ext cx="2340864" cy="12435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1568" y="2862072"/>
            <a:ext cx="164592" cy="164592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48456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mn-stilist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01568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Зарегистрирован, репозиториев пока нет.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0176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5" name="Image 2" descr="/tmp/claude-0/-home-claude/0f6f79f4-524c-52dc-a6cd-3191363a22d6/scratchpad/p1/supabas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481328"/>
            <a:ext cx="2340864" cy="12435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17336" y="2862072"/>
            <a:ext cx="164592" cy="16459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64224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117336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через GitHub. Создаётся организация «mn-stilist's Org», бесплатный план. Осталось нажать «Создать организацию».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Карточка Gumroad и лендинг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— для видения «от начала до конца». Не публикуются, пока продукт не готов.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товара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— личный ИИ-стилист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$29, разовая оплата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на каждую покупку (License key в Gumroad)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на английском, русском, казахском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Обложка: демо-модель и палитра с подписью «создано ИИ»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возврата — уточнить</a:t>
            </a:r>
            <a:endParaRPr lang="en-US" sz="1200" dirty="0"/>
          </a:p>
        </p:txBody>
      </p:sp>
      <p:pic>
        <p:nvPicPr>
          <p:cNvPr id="6" name="Image 0" descr="/tmp/claude-0/-home-claude/0f6f79f4-524c-52dc-a6cd-3191363a22d6/scratchpad/p1/landin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371600"/>
            <a:ext cx="4526280" cy="26874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4114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landing.html: герой, «Знакомо?», 3 шага, пример на демо-клиентках, что внутри, цена, вопросы. Кнопка Gumroad подключится одной строкой.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Правило архивов — с первого дня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завершённый этап страхуем трижды: в GitHub, на компьютере и протоколом.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1408176"/>
            <a:ext cx="457200" cy="457200"/>
          </a:xfrm>
          <a:prstGeom prst="ellipse">
            <a:avLst/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5270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417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в GitHub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изменения — в репозиторий (коммит с понятным описанием)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51560" y="2066544"/>
            <a:ext cx="457200" cy="457200"/>
          </a:xfrm>
          <a:prstGeom prst="ellipse">
            <a:avLst/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18541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075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Поставить метку версии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v0.1, v0.2… — точка, к которой всегда можно вернуться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51560" y="2724912"/>
            <a:ext cx="457200" cy="457200"/>
          </a:xfrm>
          <a:prstGeom prst="ellipse">
            <a:avLst/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84378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27340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Выпустить Release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сам соберёт ZIP всего проекта на эту версию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51560" y="3383280"/>
            <a:ext cx="457200" cy="457200"/>
          </a:xfrm>
          <a:prstGeom prst="ellipse">
            <a:avLst/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5021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33924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на компьютер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— в папку «Aru / Архив», документы — в «Aru / Протоколы»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051560" y="4041648"/>
            <a:ext cx="457200" cy="457200"/>
          </a:xfrm>
          <a:prstGeom prst="ellipse">
            <a:avLst/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16052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45920" y="4050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протокол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№, дата, тема; PowerPoint и PDF с одинаковым именем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852160" y="137160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035040" y="15544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 на компьютере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01_Протоколы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02_Документы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03_Прототип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04_Лендинг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05_Демо-клиентки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Архив (ZIP по версиям)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Доступ Claude к GitHub и Supabase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Делаем на следующем шаге, по одному действию с проверкой. Пароли не нужны — только ключи, которые можно отозвать.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F7E6EC"/>
          </a:solidFill>
          <a:ln w="6350">
            <a:solidFill>
              <a:srgbClr val="F7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305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репозиторий aru (публичный — для сайта)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624328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06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второй, aru-archive (закрытый) — документы и протоколы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09981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815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Developer settings → Fine-grained token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575304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570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только к этим двум репозиториям: Contents и Pages — чтение и запись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0507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0325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токен Claude; отозвать можно в любой момент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EAF4EE"/>
          </a:solidFill>
          <a:ln w="6350">
            <a:solidFill>
              <a:srgbClr val="EA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1305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 «Создать организацию», затем создать проект aru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2624328"/>
            <a:ext cx="292608" cy="292608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2606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коннектор Supabase в Claude под аккаунтом mn-stilist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9816"/>
            <a:ext cx="292608" cy="292608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0815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передать Project URL и публичный ключ (anon)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3575304"/>
            <a:ext cx="292608" cy="292608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35570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Секретный ключ (service_role) никуда не пересылать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4050792"/>
            <a:ext cx="292608" cy="292608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40325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создаёт таблицы: ключи доступа, покупки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91640"/>
            <a:ext cx="219456" cy="219456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4800600" y="1572768"/>
            <a:ext cx="457200" cy="45720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691640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Следующие шаги и вопросы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— строго по одному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создать организацию и проект aru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01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создать репозитории aru и aru-archive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323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Claude токен GitHub и доступ к Supabase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626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прототип, лендинг, документы; версия v0.1 + Release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493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 GitHub Pages — у прототипа и лендинга появятся ссылки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23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Перестроить прототип вокруг «превращения» на реальных фото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40680" y="960120"/>
            <a:ext cx="3154680" cy="3611880"/>
          </a:xfrm>
          <a:prstGeom prst="roundRect">
            <a:avLst>
              <a:gd name="adj" fmla="val 2899"/>
            </a:avLst>
          </a:prstGeom>
          <a:solidFill>
            <a:srgbClr val="FCEFD9"/>
          </a:solidFill>
          <a:ln w="6350">
            <a:solidFill>
              <a:srgbClr val="FCE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23560" y="109728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вопросы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тот ли аккаунт и какое имя (aru, aru.style…)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цена: $29 или иначе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Айгерим: в прототипе «Мягкая осень», по реальному фото — «Тёмная осень». Привести к одному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возврата на Gumroad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казахских текстов носителем языка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№1 — Старт проекта Aru</dc:title>
  <dc:subject>PptxGenJS Presentation</dc:subject>
  <dc:creator>Проект Aru</dc:creator>
  <cp:lastModifiedBy>Проект Aru</cp:lastModifiedBy>
  <cp:revision>1</cp:revision>
  <dcterms:created xsi:type="dcterms:W3CDTF">2026-10-23T10:36:43Z</dcterms:created>
  <dcterms:modified xsi:type="dcterms:W3CDTF">2026-10-23T10:36:43Z</dcterms:modified>
</cp:coreProperties>
</file>