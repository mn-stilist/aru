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b98bd80c-21a1-a108-5c83-0a24810e90be}">
          <p14:sldIdLst>
            <p14:sldId id="256"/>
          </p14:sldIdLst>
        </p14:section>
        <p14:section name="Идея" id="{23d2a41f-35dd-9a13-a8f9-f3f421c9065f}">
          <p14:sldIdLst>
            <p14:sldId id="257"/>
            <p14:sldId id="258"/>
          </p14:sldIdLst>
        </p14:section>
        <p14:section name="Как это работает" id="{bd7f232d-5e0b-084d-e4ea-cf197bb5ba4a}">
          <p14:sldIdLst>
            <p14:sldId id="259"/>
            <p14:sldId id="260"/>
            <p14:sldId id="261"/>
            <p14:sldId id="262"/>
          </p14:sldIdLst>
        </p14:section>
        <p14:section name="Техника" id="{8feb4989-b966-c51c-6b1e-6ec21dad5c25}">
          <p14:sldIdLst>
            <p14:sldId id="263"/>
          </p14:sldIdLst>
        </p14:section>
        <p14:section name="Решения" id="{7fe0a50f-c375-cea7-5dc5-93329064445d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 — личный стилист в телефоне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девушка. Одна панель. Один цельный образ — от причёски до обуви.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первой версии  ·  23 октября 2026  ·  Мурат Накупов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589520" y="457200"/>
            <a:ext cx="914400" cy="91440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6858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стилист — один цельный образ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822960" cy="8229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Причёска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20240" y="1463040"/>
            <a:ext cx="822960" cy="8229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980" y="166878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Цвета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154680" y="1463040"/>
            <a:ext cx="822960" cy="8229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420" y="166878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01752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Одежда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389120" y="1463040"/>
            <a:ext cx="822960" cy="8229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668780"/>
            <a:ext cx="411480" cy="4114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2519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Обувь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623560" y="1463040"/>
            <a:ext cx="822960" cy="82296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1668780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48640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Аксессуары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720840" y="1691640"/>
            <a:ext cx="548640" cy="41148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7360920" y="1234440"/>
            <a:ext cx="1280160" cy="1371600"/>
          </a:xfrm>
          <a:prstGeom prst="roundRect">
            <a:avLst>
              <a:gd name="adj" fmla="val 857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406640" y="14630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образ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548640" y="31546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массовые сервисы дают отдельные функции по подписке. Aru делает индивидуальный разбор, где каждая рекомендация согласована с остальными, — и доступ по ключу за разовую оплату.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той, кто хочет гармонии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она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знает, что ей идёт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готова платить живому стилисту за очную консультацию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Сидит в Instagram и TikTok — там её и найдём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280160"/>
            <a:ext cx="3840480" cy="3108960"/>
          </a:xfrm>
          <a:prstGeom prst="roundRect">
            <a:avLst>
              <a:gd name="adj" fmla="val 3529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46304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6230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её языке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983480" y="2331720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12064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983480" y="2898648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20640" y="28986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Қазақша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983480" y="3465576"/>
            <a:ext cx="33832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120640" y="34655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 — ключ — своя панель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463040"/>
            <a:ext cx="731520" cy="73152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Разово, в долларах. Без подписки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63240" y="2194560"/>
            <a:ext cx="274320" cy="32004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132588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1960" y="1463040"/>
            <a:ext cx="731520" cy="73152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45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доступа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Тендер Радаре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97880" y="2194560"/>
            <a:ext cx="274320" cy="32004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132588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86600" y="1463040"/>
            <a:ext cx="731520" cy="73152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45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286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в телефоне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в браузере, без скачивания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— открытый вопрос: </a:t>
            </a:r>
            <a:pPr indent="0" marL="0">
              <a:buNone/>
            </a:pPr>
            <a:r>
              <a:rPr lang="en-US" sz="1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 $49 или $79. Решаем после первых отзывов.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Ей нужно всего 5–7 минут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841248"/>
          </a:xfrm>
          <a:prstGeom prst="roundRect">
            <a:avLst>
              <a:gd name="adj" fmla="val 1304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35024"/>
            <a:ext cx="640080" cy="64008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495044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3258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лица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023360" y="13258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Дневной свет у окна, без макияжа и фильтров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8046720" cy="841248"/>
          </a:xfrm>
          <a:prstGeom prst="roundRect">
            <a:avLst>
              <a:gd name="adj" fmla="val 1304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322576"/>
            <a:ext cx="640080" cy="64008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482596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3134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 полный рост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231343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облегающей одежде, чтобы был виден силуэт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3209544"/>
            <a:ext cx="8046720" cy="841248"/>
          </a:xfrm>
          <a:prstGeom prst="roundRect">
            <a:avLst>
              <a:gd name="adj" fmla="val 1304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310128"/>
            <a:ext cx="640080" cy="64008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347014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3009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анкета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023360" y="330098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рост, образ жизни, бюджет, что нравится и что нет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съёмкой — простая инструкция с картинками: от качества фото зависит точность цветотипа.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выходе — шесть разделов панели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 цветотип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Сезон, 12–16 «моих» и 6–8 «не моих» цветов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71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Причёска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стрижки под форму лица и оттенки волос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2200" y="137160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371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Одежда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1722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Силуэты, длины, фасоны под фигуру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Обувь и аксессуары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Формы, каблук, золото или серебро, сумки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3063240"/>
            <a:ext cx="548640" cy="548640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2004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Макияж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оттенки под цветотип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03504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172200" y="3063240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004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3063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образы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17220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Работа, каждый день, праздник — целиком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добавим потом — если попросят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Примерка причёски на её фото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9184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2900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«Проверь вещь» в магазине по фото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035040" y="13716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7373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7220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её гардероба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Решают первые пользовательницы, а не наши догадки.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Проверенный стек Тендер Радара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137160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06040" y="12344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27832" y="137160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52" y="15316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и данные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2344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85232" y="137160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2" y="15316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Gemini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фото, от центов до $1 за разбор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20840" y="1234440"/>
            <a:ext cx="1874520" cy="1737360"/>
          </a:xfrm>
          <a:prstGeom prst="roundRect">
            <a:avLst>
              <a:gd name="adj" fmla="val 631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42632" y="137160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652" y="15316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1228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Приватность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12280" y="2423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не хранятся после анализа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Мурат  </a:t>
            </a:r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логика и проверка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329184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</a:t>
            </a:r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код и тексты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035040" y="3429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</a:t>
            </a:r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картинки и видео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что делает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вопроса решены, два открыты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676656"/>
          </a:xfrm>
          <a:prstGeom prst="roundRect">
            <a:avLst>
              <a:gd name="adj" fmla="val 1621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403604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118872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 (Ару) — «красавица»; мужская версия — Seri (Сері)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993392"/>
            <a:ext cx="8046720" cy="676656"/>
          </a:xfrm>
          <a:prstGeom prst="roundRect">
            <a:avLst>
              <a:gd name="adj" fmla="val 1621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08483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20827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99339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Языки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1993392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Русский, казахский, английский — с первой версии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2798064"/>
            <a:ext cx="80467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2798064"/>
            <a:ext cx="80467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875">
            <a:solidFill>
              <a:srgbClr val="D9A441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85800" y="2889504"/>
            <a:ext cx="493776" cy="49377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01294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79806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383280" y="2798064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 $49 или $79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602736"/>
            <a:ext cx="80467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3602736"/>
            <a:ext cx="804672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875">
            <a:solidFill>
              <a:srgbClr val="D9A441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685800" y="3694176"/>
            <a:ext cx="493776" cy="493776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817620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71600" y="360273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панели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3383280" y="3602736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ли нужно, что убрать или добавить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Утвердить цену и разделы — и начинаем строить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пользовательница — знакомая девушка. По её отзыву правим Aru, а потом открываем продажи.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0" y="3977640"/>
            <a:ext cx="777240" cy="7772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6710" y="4171950"/>
            <a:ext cx="388620" cy="388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5B8E7D"/>
      </a:accent6>
      <a:hlink>
        <a:srgbClr val="C2456E"/>
      </a:hlink>
      <a:folHlink>
        <a:srgbClr val="6D2E46"/>
      </a:folHlink>
    </a:clrScheme>
    <a:fontScheme name="Aru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Aru — описание первой версии</dc:title>
  <dc:subject>PptxGenJS Presentation</dc:subject>
  <dc:creator>Мурат Накупов</dc:creator>
  <cp:lastModifiedBy>Мурат Накупов</cp:lastModifiedBy>
  <cp:revision>1</cp:revision>
  <dcterms:created xsi:type="dcterms:W3CDTF">2026-10-22T21:16:05Z</dcterms:created>
  <dcterms:modified xsi:type="dcterms:W3CDTF">2026-10-22T21:16:05Z</dcterms:modified>
</cp:coreProperties>
</file>