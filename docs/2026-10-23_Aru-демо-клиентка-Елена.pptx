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-548640"/>
            <a:ext cx="4389120" cy="4389120"/>
          </a:xfrm>
          <a:prstGeom prst="ellipse">
            <a:avLst/>
          </a:prstGeom>
          <a:solidFill>
            <a:srgbClr val="7E3654"/>
          </a:solidFill>
          <a:ln w="12700">
            <a:solidFill>
              <a:srgbClr val="7E3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9864" y="420624"/>
            <a:ext cx="3182112" cy="3959352"/>
          </a:xfrm>
          <a:prstGeom prst="rect">
            <a:avLst/>
          </a:prstGeom>
          <a:solidFill>
            <a:srgbClr val="F3D3DF"/>
          </a:solidFill>
          <a:ln w="12700">
            <a:solidFill>
              <a:srgbClr val="F3D3DF"/>
            </a:solidFill>
            <a:prstDash val="solid"/>
          </a:ln>
        </p:spPr>
      </p:sp>
      <p:pic>
        <p:nvPicPr>
          <p:cNvPr id="4" name="Image 0" descr="/tmp/claude-0/-home-claude/0f6f79f4-524c-52dc-a6cd-3191363a22d6/scratchpad/p3/e_f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457200"/>
            <a:ext cx="3108960" cy="3886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06440" y="4434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Изображение создано ИИ</a:t>
            </a:r>
            <a:endParaRPr lang="en-US" sz="9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640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Знакомьтесь: Елена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Демо-клиентка Aru. На ней мы показываем, как работает личный стилист, — без чужих фото и уговоров.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лет, Астана, рост 168 см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она</a:t>
            </a:r>
            <a:endParaRPr lang="en-US" sz="2800" dirty="0"/>
          </a:p>
        </p:txBody>
      </p:sp>
      <p:pic>
        <p:nvPicPr>
          <p:cNvPr id="3" name="Image 0" descr="/home/claude/aru/demo/photos/elena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600200" cy="3584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14600" y="109728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651760" y="12070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лет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663440" y="109728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00600" y="12070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14600" y="196596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51760" y="20756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Архитектор в проектном бюро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96596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20756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см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283464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51760" y="2944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(M)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83464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0" y="2944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Фигура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Прямоугольник: 90–76–94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0" y="1097280"/>
            <a:ext cx="1691640" cy="2468880"/>
          </a:xfrm>
          <a:prstGeom prst="roundRect">
            <a:avLst>
              <a:gd name="adj" fmla="val 6486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234440"/>
            <a:ext cx="1463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«Ношу серое и чёрное, а на фото выгляжу бледной. Хочу выглядеть свежее — без яркого макияжа».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2514600" y="37947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цель: </a:t>
            </a:r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цвета, в которых лицо выглядит отдохнувшим, и собрать спокойный гардероб на каждый день.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Её внешность</a:t>
            </a:r>
            <a:endParaRPr lang="en-US" sz="2800" dirty="0"/>
          </a:p>
        </p:txBody>
      </p:sp>
      <p:pic>
        <p:nvPicPr>
          <p:cNvPr id="3" name="Image 0" descr="/tmp/claude-0/-home-claude/0f6f79f4-524c-52dc-a6cd-3191363a22d6/scratchpad/p3/e_t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743200" cy="3429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11880" y="1143000"/>
            <a:ext cx="347472" cy="347472"/>
          </a:xfrm>
          <a:prstGeom prst="ellipse">
            <a:avLst/>
          </a:prstGeom>
          <a:solidFill>
            <a:srgbClr val="EBCFC0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0" y="1115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Кожа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Светлая, розовато-бежевая, лёгкие веснушки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11880" y="1691640"/>
            <a:ext cx="347472" cy="347472"/>
          </a:xfrm>
          <a:prstGeom prst="ellipse">
            <a:avLst/>
          </a:prstGeom>
          <a:solidFill>
            <a:srgbClr val="8A7560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0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Волосы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Пепельно-русые, прямые, ниже плеч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11880" y="2240280"/>
            <a:ext cx="347472" cy="347472"/>
          </a:xfrm>
          <a:prstGeom prst="ellipse">
            <a:avLst/>
          </a:prstGeom>
          <a:solidFill>
            <a:srgbClr val="8FA3A8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2212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Глаза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Серо-голубые, спокойные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11880" y="2788920"/>
            <a:ext cx="347472" cy="347472"/>
          </a:xfrm>
          <a:prstGeom prst="ellipse">
            <a:avLst/>
          </a:prstGeom>
          <a:solidFill>
            <a:srgbClr val="7A6858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0" y="2761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Брови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Пепельно-русые, мягкая линия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11880" y="3337560"/>
            <a:ext cx="347472" cy="347472"/>
          </a:xfrm>
          <a:prstGeom prst="ellipse">
            <a:avLst/>
          </a:prstGeom>
          <a:solidFill>
            <a:srgbClr val="C4878A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0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Губы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Приглушённо-розовые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11880" y="3886200"/>
            <a:ext cx="347472" cy="347472"/>
          </a:xfrm>
          <a:prstGeom prst="ellipse">
            <a:avLst/>
          </a:prstGeom>
          <a:solidFill>
            <a:srgbClr val="C2C8CF"/>
          </a:solidFill>
          <a:ln w="9525">
            <a:solidFill>
              <a:srgbClr val="DDCC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3858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холода 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Вены на запястье голубоватые, серебро идёт больше золота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4434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Лицо: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овальное, мягкие черты.  </a:t>
            </a:r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Контраст: </a:t>
            </a:r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Её ответы в анкете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62456"/>
            <a:ext cx="530352" cy="53035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412" y="1500348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25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17720" y="1143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00600" y="1362456"/>
            <a:ext cx="530352" cy="53035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492" y="1500348"/>
            <a:ext cx="254569" cy="2545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325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см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286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505456"/>
            <a:ext cx="530352" cy="53035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2" y="2643348"/>
            <a:ext cx="254569" cy="2545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2468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бывает чаще всего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Офис, выставки, прогулки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17720" y="2286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00600" y="2505456"/>
            <a:ext cx="530352" cy="53035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492" y="2643348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0" y="2468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на одну вещь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$30–100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3429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31520" y="3648456"/>
            <a:ext cx="530352" cy="530352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2" y="3786348"/>
            <a:ext cx="254569" cy="25456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3611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нравится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Спокойная классика, натуральные ткани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617720" y="3429000"/>
            <a:ext cx="3886200" cy="960120"/>
          </a:xfrm>
          <a:prstGeom prst="roundRect">
            <a:avLst>
              <a:gd name="adj" fmla="val 114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00600" y="3648456"/>
            <a:ext cx="530352" cy="53035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8492" y="3786348"/>
            <a:ext cx="254569" cy="25456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86400" y="3611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наденет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Неон, кислотные цвета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же ответы подставляются в прототип, когда выбрана демо-клиентка Елена.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покажет ей Aru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Цветотип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813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Мягкое лето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216713" cy="411480"/>
          </a:xfrm>
          <a:prstGeom prst="rect">
            <a:avLst/>
          </a:prstGeom>
          <a:solidFill>
            <a:srgbClr val="C49A9E"/>
          </a:solidFill>
          <a:ln w="12700">
            <a:solidFill>
              <a:srgbClr val="C49A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3953" y="2240280"/>
            <a:ext cx="216713" cy="411480"/>
          </a:xfrm>
          <a:prstGeom prst="rect">
            <a:avLst/>
          </a:prstGeom>
          <a:solidFill>
            <a:srgbClr val="8FA3B5"/>
          </a:solidFill>
          <a:ln w="12700">
            <a:solidFill>
              <a:srgbClr val="8F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0666" y="2240280"/>
            <a:ext cx="216713" cy="411480"/>
          </a:xfrm>
          <a:prstGeom prst="rect">
            <a:avLst/>
          </a:prstGeom>
          <a:solidFill>
            <a:srgbClr val="A79BB8"/>
          </a:solidFill>
          <a:ln w="12700">
            <a:solidFill>
              <a:srgbClr val="A79B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7378" y="2240280"/>
            <a:ext cx="216713" cy="411480"/>
          </a:xfrm>
          <a:prstGeom prst="rect">
            <a:avLst/>
          </a:prstGeom>
          <a:solidFill>
            <a:srgbClr val="9AAE9E"/>
          </a:solidFill>
          <a:ln w="12700">
            <a:solidFill>
              <a:srgbClr val="9AA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4091" y="2240280"/>
            <a:ext cx="216713" cy="411480"/>
          </a:xfrm>
          <a:prstGeom prst="rect">
            <a:avLst/>
          </a:prstGeom>
          <a:solidFill>
            <a:srgbClr val="5F6670"/>
          </a:solidFill>
          <a:ln w="12700">
            <a:solidFill>
              <a:srgbClr val="5F66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0804" y="2240280"/>
            <a:ext cx="216713" cy="411480"/>
          </a:xfrm>
          <a:prstGeom prst="rect">
            <a:avLst/>
          </a:prstGeom>
          <a:solidFill>
            <a:srgbClr val="6F9497"/>
          </a:solidFill>
          <a:ln w="12700">
            <a:solidFill>
              <a:srgbClr val="6F94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7517" y="2240280"/>
            <a:ext cx="216713" cy="411480"/>
          </a:xfrm>
          <a:prstGeom prst="rect">
            <a:avLst/>
          </a:prstGeom>
          <a:solidFill>
            <a:srgbClr val="7D5A6E"/>
          </a:solidFill>
          <a:ln w="12700">
            <a:solidFill>
              <a:srgbClr val="7D5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94230" y="2240280"/>
            <a:ext cx="216713" cy="411480"/>
          </a:xfrm>
          <a:prstGeom prst="rect">
            <a:avLst/>
          </a:prstGeom>
          <a:solidFill>
            <a:srgbClr val="BFC0C2"/>
          </a:solidFill>
          <a:ln w="12700">
            <a:solidFill>
              <a:srgbClr val="BFC0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0942" y="2240280"/>
            <a:ext cx="216713" cy="411480"/>
          </a:xfrm>
          <a:prstGeom prst="rect">
            <a:avLst/>
          </a:prstGeom>
          <a:solidFill>
            <a:srgbClr val="9E5468"/>
          </a:solidFill>
          <a:ln w="12700">
            <a:solidFill>
              <a:srgbClr val="9E54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27655" y="2240280"/>
            <a:ext cx="216713" cy="411480"/>
          </a:xfrm>
          <a:prstGeom prst="rect">
            <a:avLst/>
          </a:prstGeom>
          <a:solidFill>
            <a:srgbClr val="6F8296"/>
          </a:solidFill>
          <a:ln w="12700">
            <a:solidFill>
              <a:srgbClr val="6F82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44368" y="2240280"/>
            <a:ext cx="216713" cy="411480"/>
          </a:xfrm>
          <a:prstGeom prst="rect">
            <a:avLst/>
          </a:prstGeom>
          <a:solidFill>
            <a:srgbClr val="B7A9C9"/>
          </a:solidFill>
          <a:ln w="12700">
            <a:solidFill>
              <a:srgbClr val="B7A9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1081" y="2240280"/>
            <a:ext cx="216713" cy="411480"/>
          </a:xfrm>
          <a:prstGeom prst="rect">
            <a:avLst/>
          </a:prstGeom>
          <a:solidFill>
            <a:srgbClr val="8C9C8F"/>
          </a:solidFill>
          <a:ln w="12700">
            <a:solidFill>
              <a:srgbClr val="8C9C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7794" y="2240280"/>
            <a:ext cx="216713" cy="411480"/>
          </a:xfrm>
          <a:prstGeom prst="rect">
            <a:avLst/>
          </a:prstGeom>
          <a:solidFill>
            <a:srgbClr val="D3B7BD"/>
          </a:solidFill>
          <a:ln w="12700">
            <a:solidFill>
              <a:srgbClr val="D3B7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4506" y="2240280"/>
            <a:ext cx="216713" cy="411480"/>
          </a:xfrm>
          <a:prstGeom prst="rect">
            <a:avLst/>
          </a:prstGeom>
          <a:solidFill>
            <a:srgbClr val="4F6475"/>
          </a:solidFill>
          <a:ln w="12700">
            <a:solidFill>
              <a:srgbClr val="4F64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1219" y="2240280"/>
            <a:ext cx="216713" cy="411480"/>
          </a:xfrm>
          <a:prstGeom prst="rect">
            <a:avLst/>
          </a:prstGeom>
          <a:solidFill>
            <a:srgbClr val="A3A7AE"/>
          </a:solidFill>
          <a:ln w="12700">
            <a:solidFill>
              <a:srgbClr val="A3A7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7932" y="2240280"/>
            <a:ext cx="216713" cy="411480"/>
          </a:xfrm>
          <a:prstGeom prst="rect">
            <a:avLst/>
          </a:prstGeom>
          <a:solidFill>
            <a:srgbClr val="E6E2DA"/>
          </a:solidFill>
          <a:ln w="12700">
            <a:solidFill>
              <a:srgbClr val="E6E2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143000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1261872"/>
            <a:ext cx="219456" cy="21945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349240" y="1097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Причёска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Прямые ниже плеч или мягкие волны; пепельно-русый без рыжины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754880" y="1874520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993392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349240" y="1828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Фигура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Прямоугольник: создаём талию — запах, пояс, приталенный жакет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754880" y="2606040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724912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349240" y="2560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чёрного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Графит; вместо белого — молочный; металл — серебро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4754880" y="3337560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456432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5349240" y="3291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на работу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Жакет графит, блуза пыльная роза, серо-голубые брюки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4754880" y="4069080"/>
            <a:ext cx="457200" cy="4572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4187952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349240" y="4023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на праздник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Платье с запахом цвета мальвы, серебро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548640" y="310896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31520" y="3246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увидеть вживую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Aru → «Посмотрите, как это работает» → Елена → кнопка «Как было / Как стало».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Её образы: как было и как стало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pic>
        <p:nvPicPr>
          <p:cNvPr id="4" name="Image 0" descr="/tmp/claude-0/-home-claude/0f6f79f4-524c-52dc-a6cd-3191363a22d6/scratchpad/p3/e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2267712" cy="1508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035808" y="1261872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Серый джемпер, тёмно-синие брюки — образ «гаснет»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63440" y="10972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pic>
        <p:nvPicPr>
          <p:cNvPr id="7" name="Image 1" descr="/tmp/claude-0/-home-claude/0f6f79f4-524c-52dc-a6cd-3191363a22d6/scratchpad/p3/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2267712" cy="1508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150608" y="1261872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Жакет графит, блуза пыльная роза, серо-голубые брюки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9260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pic>
        <p:nvPicPr>
          <p:cNvPr id="10" name="Image 2" descr="/tmp/claude-0/-home-claude/0f6f79f4-524c-52dc-a6cd-3191363a22d6/scratchpad/p3/e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2267712" cy="1508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035808" y="3090672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Праздник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Платье с запахом цвета мальвы, серебро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663440" y="29260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pic>
        <p:nvPicPr>
          <p:cNvPr id="13" name="Image 3" descr="/tmp/claude-0/-home-claude/0f6f79f4-524c-52dc-a6cd-3191363a22d6/scratchpad/p3/ew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17520"/>
            <a:ext cx="2267712" cy="1508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150608" y="3090672"/>
            <a:ext cx="1353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Лавандовый джемпер, тренч, светлые джинсы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Примерка сделана в Gemini по исходному фото: лицо, фигура и фон сохранены. Изображения созданы ИИ.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3E8A68"/>
      </a:accent6>
      <a:hlink>
        <a:srgbClr val="C2456E"/>
      </a:hlink>
      <a:folHlink>
        <a:srgbClr val="6D2E46"/>
      </a:folHlink>
    </a:clrScheme>
    <a:fontScheme name="Ar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Aru — демо-клиентка Елена</dc:title>
  <dc:subject>PptxGenJS Presentation</dc:subject>
  <dc:creator>Aru</dc:creator>
  <cp:lastModifiedBy>Aru</cp:lastModifiedBy>
  <cp:revision>1</cp:revision>
  <dcterms:created xsi:type="dcterms:W3CDTF">2026-10-23T18:16:12Z</dcterms:created>
  <dcterms:modified xsi:type="dcterms:W3CDTF">2026-10-23T18:16:12Z</dcterms:modified>
</cp:coreProperties>
</file>