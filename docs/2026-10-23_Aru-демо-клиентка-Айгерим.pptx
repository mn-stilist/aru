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-548640"/>
            <a:ext cx="4389120" cy="4389120"/>
          </a:xfrm>
          <a:prstGeom prst="ellipse">
            <a:avLst/>
          </a:prstGeom>
          <a:solidFill>
            <a:srgbClr val="7E3654"/>
          </a:solidFill>
          <a:ln w="12700">
            <a:solidFill>
              <a:srgbClr val="7E3654"/>
            </a:solidFill>
            <a:prstDash val="solid"/>
          </a:ln>
        </p:spPr>
      </p:sp>
      <p:pic>
        <p:nvPicPr>
          <p:cNvPr id="3" name="Image 0" descr="/tmp/claude-0/-home-claude/0f6f79f4-524c-52dc-a6cd-3191363a22d6/scratchpad/fac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457200"/>
            <a:ext cx="3108960" cy="38862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40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Знакомьтесь: Айгерим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Демо-клиентка Aru. На ней мы показываем, как работает личный стилист, — без чужих фото и уговоров.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лет, Алматы, рост 165 см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она</a:t>
            </a:r>
            <a:endParaRPr lang="en-US" sz="2800" dirty="0"/>
          </a:p>
        </p:txBody>
      </p:sp>
      <p:pic>
        <p:nvPicPr>
          <p:cNvPr id="3" name="Image 0" descr="/tmp/claude-0/-home-claude/0f6f79f4-524c-52dc-a6cd-3191363a22d6/scratchpad/body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645920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14600" y="10972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1207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лет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663440" y="10972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1207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Алматы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965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2075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по клиентам в банке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2075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см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283464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2944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(S–M)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83464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2944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Фигура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Часы: 88–70–96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1097280"/>
            <a:ext cx="1691640" cy="2468880"/>
          </a:xfrm>
          <a:prstGeom prst="roundRect">
            <a:avLst>
              <a:gd name="adj" fmla="val 648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234440"/>
            <a:ext cx="1463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«Покупаю чёрное, потому что это безопасно, а на фото выгляжу уставшей. Хочу гардероб для офиса и на той».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37947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цель: </a:t>
            </a:r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понять, что ей идёт, и перестать покупать вещи, которые потом не носит.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Её внешность</a:t>
            </a:r>
            <a:endParaRPr lang="en-US" sz="2800" dirty="0"/>
          </a:p>
        </p:txBody>
      </p:sp>
      <p:pic>
        <p:nvPicPr>
          <p:cNvPr id="3" name="Image 0" descr="/tmp/claude-0/-home-claude/0f6f79f4-524c-52dc-a6cd-3191363a22d6/scratchpad/fac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74320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11880" y="1143000"/>
            <a:ext cx="347472" cy="347472"/>
          </a:xfrm>
          <a:prstGeom prst="ellipse">
            <a:avLst/>
          </a:prstGeom>
          <a:solidFill>
            <a:srgbClr val="E3B58E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0" y="1115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Кожа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Медово-бежевая, золотистый подтон, легко загорает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11880" y="1691640"/>
            <a:ext cx="347472" cy="347472"/>
          </a:xfrm>
          <a:prstGeom prst="ellipse">
            <a:avLst/>
          </a:prstGeom>
          <a:solidFill>
            <a:srgbClr val="4A2A1A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0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Волосы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тёмный каштан, на солнце медный отлив, до лопаток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2240280"/>
            <a:ext cx="347472" cy="347472"/>
          </a:xfrm>
          <a:prstGeom prst="ellipse">
            <a:avLst/>
          </a:prstGeom>
          <a:solidFill>
            <a:srgbClr val="8A5A2B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212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Глаза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Ореховые с золотыми крапинками, миндалевидный разрез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2788920"/>
            <a:ext cx="347472" cy="347472"/>
          </a:xfrm>
          <a:prstGeom prst="ellipse">
            <a:avLst/>
          </a:prstGeom>
          <a:solidFill>
            <a:srgbClr val="3A2116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2761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Брови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Тёмно-каштановые, мягкая дуга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11880" y="3337560"/>
            <a:ext cx="347472" cy="347472"/>
          </a:xfrm>
          <a:prstGeom prst="ellipse">
            <a:avLst/>
          </a:prstGeom>
          <a:solidFill>
            <a:srgbClr val="B0605A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Губы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Естественный цвет тёплой розы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11880" y="3886200"/>
            <a:ext cx="347472" cy="347472"/>
          </a:xfrm>
          <a:prstGeom prst="ellipse">
            <a:avLst/>
          </a:prstGeom>
          <a:solidFill>
            <a:srgbClr val="CFAF6E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3858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тепла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Вены на запястье зеленоватые, золото идёт больше серебра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Лицо: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овальное, высокие скулы.  </a:t>
            </a:r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Контраст: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Её ответы в анкете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62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12" y="1500348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17720" y="1143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00600" y="1362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492" y="1500348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см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286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505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2" y="2643348"/>
            <a:ext cx="254569" cy="2545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бывает чаще всего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Офис, мероприятия, путешествия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17720" y="2286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00600" y="2505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92" y="2643348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одну вещь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$30–100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429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31520" y="3648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3786348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нравится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Классика, минимализм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17720" y="3429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00600" y="3648456"/>
            <a:ext cx="530352" cy="5303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492" y="3786348"/>
            <a:ext cx="254569" cy="25456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наденет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Мини-юбки, крупный яркий принт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же ответы подставляются в прототип одной кнопкой «Показать на демо-клиентке Айгерим».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покажет ей Aru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813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Мягкая осень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216713" cy="41148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3953" y="2240280"/>
            <a:ext cx="216713" cy="411480"/>
          </a:xfrm>
          <a:prstGeom prst="rect">
            <a:avLst/>
          </a:prstGeom>
          <a:solidFill>
            <a:srgbClr val="C66B4E"/>
          </a:solidFill>
          <a:ln w="12700">
            <a:solidFill>
              <a:srgbClr val="C66B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0666" y="2240280"/>
            <a:ext cx="216713" cy="411480"/>
          </a:xfrm>
          <a:prstGeom prst="rect">
            <a:avLst/>
          </a:prstGeom>
          <a:solidFill>
            <a:srgbClr val="808A54"/>
          </a:solidFill>
          <a:ln w="12700">
            <a:solidFill>
              <a:srgbClr val="808A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7378" y="2240280"/>
            <a:ext cx="216713" cy="411480"/>
          </a:xfrm>
          <a:prstGeom prst="rect">
            <a:avLst/>
          </a:prstGeom>
          <a:solidFill>
            <a:srgbClr val="9CAF88"/>
          </a:solidFill>
          <a:ln w="12700">
            <a:solidFill>
              <a:srgbClr val="9CA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4091" y="2240280"/>
            <a:ext cx="216713" cy="411480"/>
          </a:xfrm>
          <a:prstGeom prst="rect">
            <a:avLst/>
          </a:prstGeom>
          <a:solidFill>
            <a:srgbClr val="3F7F7A"/>
          </a:solidFill>
          <a:ln w="12700">
            <a:solidFill>
              <a:srgbClr val="3F7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0804" y="2240280"/>
            <a:ext cx="216713" cy="411480"/>
          </a:xfrm>
          <a:prstGeom prst="rect">
            <a:avLst/>
          </a:prstGeom>
          <a:solidFill>
            <a:srgbClr val="A85A3B"/>
          </a:solidFill>
          <a:ln w="12700">
            <a:solidFill>
              <a:srgbClr val="A85A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7517" y="2240280"/>
            <a:ext cx="216713" cy="411480"/>
          </a:xfrm>
          <a:prstGeom prst="rect">
            <a:avLst/>
          </a:prstGeom>
          <a:solidFill>
            <a:srgbClr val="C9A43A"/>
          </a:solidFill>
          <a:ln w="12700">
            <a:solidFill>
              <a:srgbClr val="C9A4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4230" y="2240280"/>
            <a:ext cx="216713" cy="411480"/>
          </a:xfrm>
          <a:prstGeom prst="rect">
            <a:avLst/>
          </a:prstGeom>
          <a:solidFill>
            <a:srgbClr val="E8A982"/>
          </a:solidFill>
          <a:ln w="12700">
            <a:solidFill>
              <a:srgbClr val="E8A9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0942" y="2240280"/>
            <a:ext cx="216713" cy="411480"/>
          </a:xfrm>
          <a:prstGeom prst="rect">
            <a:avLst/>
          </a:prstGeom>
          <a:solidFill>
            <a:srgbClr val="D8C3A5"/>
          </a:solidFill>
          <a:ln w="12700">
            <a:solidFill>
              <a:srgbClr val="D8C3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7655" y="2240280"/>
            <a:ext cx="216713" cy="411480"/>
          </a:xfrm>
          <a:prstGeom prst="rect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4368" y="2240280"/>
            <a:ext cx="216713" cy="411480"/>
          </a:xfrm>
          <a:prstGeom prst="rect">
            <a:avLst/>
          </a:prstGeom>
          <a:solidFill>
            <a:srgbClr val="6E7B4A"/>
          </a:solidFill>
          <a:ln w="12700">
            <a:solidFill>
              <a:srgbClr val="6E7B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1081" y="2240280"/>
            <a:ext cx="216713" cy="4114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7794" y="2240280"/>
            <a:ext cx="216713" cy="411480"/>
          </a:xfrm>
          <a:prstGeom prst="rect">
            <a:avLst/>
          </a:prstGeom>
          <a:solidFill>
            <a:srgbClr val="D98B74"/>
          </a:solidFill>
          <a:ln w="12700">
            <a:solidFill>
              <a:srgbClr val="D98B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4506" y="2240280"/>
            <a:ext cx="216713" cy="411480"/>
          </a:xfrm>
          <a:prstGeom prst="rect">
            <a:avLst/>
          </a:prstGeom>
          <a:solidFill>
            <a:srgbClr val="8C4A4A"/>
          </a:solidFill>
          <a:ln w="12700">
            <a:solidFill>
              <a:srgbClr val="8C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1219" y="2240280"/>
            <a:ext cx="216713" cy="411480"/>
          </a:xfrm>
          <a:prstGeom prst="rect">
            <a:avLst/>
          </a:prstGeom>
          <a:solidFill>
            <a:srgbClr val="9E8B78"/>
          </a:solidFill>
          <a:ln w="12700">
            <a:solidFill>
              <a:srgbClr val="9E8B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7932" y="2240280"/>
            <a:ext cx="216713" cy="411480"/>
          </a:xfrm>
          <a:prstGeom prst="rect">
            <a:avLst/>
          </a:prstGeom>
          <a:solidFill>
            <a:srgbClr val="CFAF6E"/>
          </a:solidFill>
          <a:ln w="12700">
            <a:solidFill>
              <a:srgbClr val="CFAF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4300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261872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349240" y="1097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Удлинённое каре с волной; оттенки — золотистый каштан, карамель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754880" y="187452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99339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349240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Фигура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Песочные часы: подчёркиваем талию — платье-запах, пояс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754880" y="260604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72491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349240" y="2560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чёрного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Шоколад; вместо белого — тёплый беж; металл — золото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4754880" y="333756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45643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34924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на работу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Жакет кэмел, блуза беж, брюки шоколад, золотые серьги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4754880" y="406908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18795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34924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на той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миди марсала, туфли цвета мягкого золота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548640" y="31089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31520" y="3246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показать вживую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прототип, нажмите «Войти», затем «Показать на демо-клиентке Айгерим» и «Сделать разбор».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Реалистичное фото: промпт для ChatGPT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portrait photo of a 28-year-old Kazakh woman, natural daylight from a window, no makeup, no filters, plain light grey wall, shoulders visible, plain greige T-shirt. Oval face with high cheekbones, almond-shaped hazel eyes with golden flecks, warm honey-beige skin with a golden undertone, straight warm dark-chestnut hair to the shoulder blades with a subtle copper sheen, middle part, soft dark-brown brows. Calm friendly expression, looking at the camera, 4:5.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17720" y="1097280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рост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002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photo of the same woman, 165 cm tall, average build with a defined waist (hourglass), fitted plain greige long-sleeve top and fitted chocolate-brown trousers, standing straight with arms down, plain light grey wall, natural daylight, camera at waist height, whole body visible from head to toe, 2:3.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Скопируйте текст в ChatGPT. Полученные фото можно загрузить в прототип вместо рисунков.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 — демо-клиентка Айгерим</dc:title>
  <dc:subject>PptxGenJS Presentation</dc:subject>
  <dc:creator>Aru</dc:creator>
  <cp:lastModifiedBy>Aru</cp:lastModifiedBy>
  <cp:revision>1</cp:revision>
  <dcterms:created xsi:type="dcterms:W3CDTF">2026-10-23T07:57:27Z</dcterms:created>
  <dcterms:modified xsi:type="dcterms:W3CDTF">2026-10-23T07:57:27Z</dcterms:modified>
</cp:coreProperties>
</file>