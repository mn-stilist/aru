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u" id="{079e25e5-1ca9-74bb-8866-2b6b867fa5ee}">
          <p14:sldIdLst>
            <p14:sldId id="256"/>
          </p14:sldIdLst>
        </p14:section>
        <p14:section name="Зачем" id="{a2081e65-81c2-3d12-c213-449bd17b4c91}">
          <p14:sldIdLst>
            <p14:sldId id="257"/>
          </p14:sldIdLst>
        </p14:section>
        <p14:section name="Продукт" id="{77ae838d-f89b-ca82-238f-fa32e720a53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Дальше" id="{14701483-f1b8-7ba3-10db-3c82473bc17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47548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822960"/>
            <a:ext cx="4206240" cy="4206240"/>
          </a:xfrm>
          <a:prstGeom prst="ellipse">
            <a:avLst/>
          </a:prstGeom>
          <a:solidFill>
            <a:srgbClr val="7E3654"/>
          </a:solidFill>
          <a:ln w="12700">
            <a:solidFill>
              <a:srgbClr val="7E3654"/>
            </a:solidFill>
            <a:prstDash val="solid"/>
          </a:ln>
        </p:spPr>
      </p:sp>
      <p:pic>
        <p:nvPicPr>
          <p:cNvPr id="3" name="Image 0" descr="/tmp/claude-0/-home-claude/0f6f79f4-524c-52dc-a6cd-3191363a22d6/scratchpad/framed/ds0_01_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411480"/>
            <a:ext cx="2088362" cy="4343400"/>
          </a:xfrm>
          <a:prstGeom prst="rect">
            <a:avLst/>
          </a:prstGeom>
        </p:spPr>
      </p:pic>
      <p:pic>
        <p:nvPicPr>
          <p:cNvPr id="4" name="Image 1" descr="/tmp/claude-0/-home-claude/0f6f79f4-524c-52dc-a6cd-3191363a22d6/scratchpad/framed/ds0_05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685800"/>
            <a:ext cx="1956465" cy="406908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5486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 — личный стилист в телефоне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Цветотип, причёска, одежда, аксессуары и готовые образы — в одной панели, на русском, казахском и английском.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прототипа v0.1  ·  23 октября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хочет знать, что ей идёт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сегодня это знание собирается по кусочкам — и чаще всего наугад.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стилист — дорого и редко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Консультация раз в жизни, а вопросы возникают каждый день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дают кусочки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про цвет, другое про причёску — и ничего не сочетается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 наугад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Вещь нравится в магазине, а дома «гасит» лицо и висит в шкафу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0" y="502920"/>
            <a:ext cx="3108960" cy="4114800"/>
          </a:xfrm>
          <a:prstGeom prst="roundRect">
            <a:avLst>
              <a:gd name="adj" fmla="val 735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806440" y="11887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 отвечает на всё сразу — от одного стилиста, который знает именно её.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5806440" y="361188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61" y="3778301"/>
            <a:ext cx="307238" cy="3072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панель вместо десяти приложений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приборная панель у владельца бизнеса — только про её внешность.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16676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039112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 на главном экране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«Мягкая осень» и её 16 цветов — всегда перед глазами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825130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697480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 стиля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Подтон, контраст, насыщенность и доля гардероба в палитре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483498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355848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разделов разбора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Цвета, причёска, одежда, аксессуары, макияж, образы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0325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141866"/>
            <a:ext cx="201900" cy="201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15568" y="4014216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дня и образ на сегодня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возвращаться в Aru каждое утро</a:t>
            </a:r>
            <a:endParaRPr lang="en-US" sz="1350" dirty="0"/>
          </a:p>
        </p:txBody>
      </p:sp>
      <p:pic>
        <p:nvPicPr>
          <p:cNvPr id="16" name="Image 4" descr="/tmp/claude-0/-home-claude/0f6f79f4-524c-52dc-a6cd-3191363a22d6/scratchpad/framed/ds0_05_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20040"/>
            <a:ext cx="21543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минут — и разбор готов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framed/ds0_02_onb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1560776" cy="3246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50008" y="210312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лица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 свет, без макияжа и фильтров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127248" y="3931920"/>
            <a:ext cx="292608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6" name="Image 1" descr="/tmp/claude-0/-home-claude/0f6f79f4-524c-52dc-a6cd-3191363a22d6/scratchpad/framed/ds0_03_qui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1560776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138928" y="210312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анкета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рост, образ жизни, бюджет, вкусы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916168" y="3931920"/>
            <a:ext cx="292608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9" name="Image 2" descr="/tmp/claude-0/-home-claude/0f6f79f4-524c-52dc-a6cd-3191363a22d6/scratchpad/framed/ds0_04_analyz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1560776" cy="32461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927848" y="210312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Подтон, контраст, форма лица, фигура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драпировки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Нажимает на цвет — и видит, как он меняет её лицо. Без слов и споров.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цвет — лицо светится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Румянец, ясный взгляд, ровный тон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Чужой цвет — лицо тускнеет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Тени под глазами, серость, усталость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своих и 8 чужих цветов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базовые нейтрали и свой металл — золото</a:t>
            </a:r>
            <a:endParaRPr lang="en-US" sz="1350" dirty="0"/>
          </a:p>
        </p:txBody>
      </p:sp>
      <p:pic>
        <p:nvPicPr>
          <p:cNvPr id="13" name="Image 3" descr="/tmp/claude-0/-home-claude/0f6f79f4-524c-52dc-a6cd-3191363a22d6/scratchpad/framed/ds0_06_col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11480"/>
            <a:ext cx="2066379" cy="4297680"/>
          </a:xfrm>
          <a:prstGeom prst="rect">
            <a:avLst/>
          </a:prstGeom>
        </p:spPr>
      </p:pic>
      <p:pic>
        <p:nvPicPr>
          <p:cNvPr id="14" name="Image 4" descr="/tmp/claude-0/-home-claude/0f6f79f4-524c-52dc-a6cd-3191363a22d6/scratchpad/framed/ds0_06b_colors_bl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11480"/>
            <a:ext cx="2066379" cy="42976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069080" y="470916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Терракота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6355080" y="470916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согласовано между собой: от причёски до обуви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framed/ds0_07_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51560"/>
            <a:ext cx="1560776" cy="3246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70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3 стрижек и 6 оттенков</a:t>
            </a:r>
            <a:endParaRPr lang="en-US" sz="1200" dirty="0"/>
          </a:p>
        </p:txBody>
      </p:sp>
      <p:pic>
        <p:nvPicPr>
          <p:cNvPr id="5" name="Image 1" descr="/tmp/claude-0/-home-claude/0f6f79f4-524c-52dc-a6cd-3191363a22d6/scratchpad/framed/ds0_08_cloth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051560"/>
            <a:ext cx="1560776" cy="3246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4370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Силуэты под её фигуру</a:t>
            </a:r>
            <a:endParaRPr lang="en-US" sz="1200" dirty="0"/>
          </a:p>
        </p:txBody>
      </p:sp>
      <p:pic>
        <p:nvPicPr>
          <p:cNvPr id="7" name="Image 2" descr="/tmp/claude-0/-home-claude/0f6f79f4-524c-52dc-a6cd-3191363a22d6/scratchpad/framed/ds0_09_a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051560"/>
            <a:ext cx="1560776" cy="3246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4370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Аксессуары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Металл, обувь, сумки</a:t>
            </a:r>
            <a:endParaRPr lang="en-US" sz="1200" dirty="0"/>
          </a:p>
        </p:txBody>
      </p:sp>
      <p:pic>
        <p:nvPicPr>
          <p:cNvPr id="9" name="Image 3" descr="/tmp/claude-0/-home-claude/0f6f79f4-524c-52dc-a6cd-3191363a22d6/scratchpad/framed/ds0_10_make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1051560"/>
            <a:ext cx="1560776" cy="32461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20840" y="4370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Макияж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Помада примеряется на лицо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Готовые образы на любой случай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теория про цвета, а конкретный ответ на вопрос «что надеть».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поводов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Работа, каждый день, праздник, свидание, путешествие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её собственного шкафа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отмечает, что уже есть, а что докупить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покупок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недостающие вещи — с цветом и названием</a:t>
            </a:r>
            <a:endParaRPr lang="en-US" sz="1350" dirty="0"/>
          </a:p>
        </p:txBody>
      </p:sp>
      <p:pic>
        <p:nvPicPr>
          <p:cNvPr id="13" name="Image 3" descr="/tmp/claude-0/-home-claude/0f6f79f4-524c-52dc-a6cd-3191363a22d6/scratchpad/framed/ds0_11_loo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0040"/>
            <a:ext cx="21543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 вещь в примерочной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вещи — и через секунду ответ: брать или нет.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от 0 до 100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фасон и сочетаемость с её гардеробом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вердикт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«Берите», «Подумайте» или «Не ваше»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замены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фасон, но в её цвете</a:t>
            </a:r>
            <a:endParaRPr lang="en-US" sz="1350" dirty="0"/>
          </a:p>
        </p:txBody>
      </p:sp>
      <p:pic>
        <p:nvPicPr>
          <p:cNvPr id="13" name="Image 3" descr="/tmp/claude-0/-home-claude/0f6f79f4-524c-52dc-a6cd-3191363a22d6/scratchpad/framed/ds0_13_check_y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11480"/>
            <a:ext cx="2066379" cy="4297680"/>
          </a:xfrm>
          <a:prstGeom prst="rect">
            <a:avLst/>
          </a:prstGeom>
        </p:spPr>
      </p:pic>
      <p:pic>
        <p:nvPicPr>
          <p:cNvPr id="14" name="Image 4" descr="/tmp/claude-0/-home-claude/0f6f79f4-524c-52dc-a6cd-3191363a22d6/scratchpad/framed/ds0_13b_check_n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11480"/>
            <a:ext cx="2066379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Гардероб, который считает себя сам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вещь получает отметку: в палитре или нет. Шкаф превращается в цифры.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гардероба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доля вещей действительно ей идёт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в палитре, вне палитры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хватает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Недостающие вещи до базовой капсулы</a:t>
            </a:r>
            <a:endParaRPr lang="en-US" sz="1350" dirty="0"/>
          </a:p>
        </p:txBody>
      </p:sp>
      <p:pic>
        <p:nvPicPr>
          <p:cNvPr id="13" name="Image 3" descr="/tmp/claude-0/-home-claude/0f6f79f4-524c-52dc-a6cd-3191363a22d6/scratchpad/framed/ds0_14_wardr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0040"/>
            <a:ext cx="21543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стилист в чате — в любую минуту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уже знает её цветотип, фигуру и гардероб, поэтому отвечает лично ей.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5820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130552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своими словами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надеть на той?», «Можно ли мне чёрный?»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71434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43784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 цветами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каждым советом — образцы оттенков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684666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557016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Быстрые вопросы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подсказки одним касанием</a:t>
            </a:r>
            <a:endParaRPr lang="en-US" sz="1350" dirty="0"/>
          </a:p>
        </p:txBody>
      </p:sp>
      <p:pic>
        <p:nvPicPr>
          <p:cNvPr id="13" name="Image 3" descr="/tmp/claude-0/-home-claude/0f6f79f4-524c-52dc-a6cd-3191363a22d6/scratchpad/framed/ds0_15_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20040"/>
            <a:ext cx="21543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языка с первого дня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framed/ds0_05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05840"/>
            <a:ext cx="151681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42062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Русский</a:t>
            </a:r>
            <a:endParaRPr lang="en-US" sz="1600" dirty="0"/>
          </a:p>
        </p:txBody>
      </p:sp>
      <p:pic>
        <p:nvPicPr>
          <p:cNvPr id="5" name="Image 1" descr="/tmp/claude-0/-home-claude/0f6f79f4-524c-52dc-a6cd-3191363a22d6/scratchpad/framed/ds1_05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005840"/>
            <a:ext cx="1516810" cy="3154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74720" y="42062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Қазақша</a:t>
            </a:r>
            <a:endParaRPr lang="en-US" sz="1600" dirty="0"/>
          </a:p>
        </p:txBody>
      </p:sp>
      <p:pic>
        <p:nvPicPr>
          <p:cNvPr id="7" name="Image 2" descr="/tmp/claude-0/-home-claude/0f6f79f4-524c-52dc-a6cd-3191363a22d6/scratchpad/framed/ds2_05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1516810" cy="31546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72200" y="42062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одной кнопкой — весь интерфейс и все советы на выбранном языке.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по ключу, фото под защитой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подписки и без лишних страхов.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19838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856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Разовая оплата — ключ навсегда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в долларах через Gumroad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669682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542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удаляются после анализа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«Удалить мои фото» всегда под рукой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35548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" y="32278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Стиль-паспорт в PDF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разбор можно сохранить и распечатать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041282"/>
            <a:ext cx="201900" cy="201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15568" y="3913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— мужская версия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стилист для мужского гардероба</a:t>
            </a:r>
            <a:endParaRPr lang="en-US" sz="1350" dirty="0"/>
          </a:p>
        </p:txBody>
      </p:sp>
      <p:pic>
        <p:nvPicPr>
          <p:cNvPr id="16" name="Image 4" descr="/tmp/claude-0/-home-claude/0f6f79f4-524c-52dc-a6cd-3191363a22d6/scratchpad/framed/ds0_16_pro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20040"/>
            <a:ext cx="21543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прототипа к первым продажам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0120" y="1828800"/>
            <a:ext cx="7315200" cy="0"/>
          </a:xfrm>
          <a:prstGeom prst="line">
            <a:avLst/>
          </a:prstGeom>
          <a:noFill/>
          <a:ln w="38100">
            <a:solidFill>
              <a:srgbClr val="E7C9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6312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788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экраны и сценарии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04288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58" y="1631290"/>
            <a:ext cx="395021" cy="39502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04288" y="1417320"/>
            <a:ext cx="822960" cy="822960"/>
          </a:xfrm>
          <a:prstGeom prst="ellipse">
            <a:avLst/>
          </a:prstGeom>
          <a:ln w="19050">
            <a:solidFill>
              <a:srgbClr val="C245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075688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ИИ-разбор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75688" y="2788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реальных фото через Claude или Gemini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968496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466" y="1631290"/>
            <a:ext cx="395021" cy="3950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968496" y="1417320"/>
            <a:ext cx="822960" cy="822960"/>
          </a:xfrm>
          <a:prstGeom prst="ellipse">
            <a:avLst/>
          </a:prstGeom>
          <a:ln w="19050">
            <a:solidFill>
              <a:srgbClr val="C2456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739896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739896" y="2788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пользовательницы и их отзывы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32704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674" y="1631290"/>
            <a:ext cx="395021" cy="39502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632704" y="1417320"/>
            <a:ext cx="822960" cy="822960"/>
          </a:xfrm>
          <a:prstGeom prst="ellipse">
            <a:avLst/>
          </a:prstGeom>
          <a:ln w="19050">
            <a:solidFill>
              <a:srgbClr val="C2456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04104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04104" y="2788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оплата через Gumroad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296912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882" y="1631290"/>
            <a:ext cx="395021" cy="39502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296912" y="1417320"/>
            <a:ext cx="822960" cy="822960"/>
          </a:xfrm>
          <a:prstGeom prst="ellipse">
            <a:avLst/>
          </a:prstGeom>
          <a:ln w="19050">
            <a:solidFill>
              <a:srgbClr val="C2456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068312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068312" y="2788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Мужская версия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280160"/>
            <a:ext cx="4023360" cy="4023360"/>
          </a:xfrm>
          <a:prstGeom prst="ellipse">
            <a:avLst/>
          </a:prstGeom>
          <a:solidFill>
            <a:srgbClr val="7E3654"/>
          </a:solidFill>
          <a:ln w="12700">
            <a:solidFill>
              <a:srgbClr val="7E3654"/>
            </a:solidFill>
            <a:prstDash val="solid"/>
          </a:ln>
        </p:spPr>
      </p:sp>
      <p:pic>
        <p:nvPicPr>
          <p:cNvPr id="3" name="Image 0" descr="/tmp/claude-0/-home-claude/0f6f79f4-524c-52dc-a6cd-3191363a22d6/scratchpad/framed/ds0_06_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2022413" cy="42062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486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Откройте прототип — и решим, каким станет Aru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нажимается: смените язык, сделайте тест драпировки, сфотографируйте любую вещь. Что поправить — правим, и строим рабочую версию.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4235501"/>
            <a:ext cx="307238" cy="307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 — личный стилист в телефоне</dc:title>
  <dc:subject>PptxGenJS Presentation</dc:subject>
  <dc:creator>Aru</dc:creator>
  <cp:lastModifiedBy>Aru</cp:lastModifiedBy>
  <cp:revision>1</cp:revision>
  <dcterms:created xsi:type="dcterms:W3CDTF">2026-10-23T07:37:00Z</dcterms:created>
  <dcterms:modified xsi:type="dcterms:W3CDTF">2026-10-23T07:37:00Z</dcterms:modified>
</cp:coreProperties>
</file>